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docProps/app.xml" ContentType="application/vnd.openxmlformats-officedocument.extended-properties+xml"/>
  <Override PartName="/ppt/slideMasters/slideMaster2.xml" ContentType="application/vnd.openxmlformats-officedocument.presentationml.slideMaster+xml"/>
  <Override PartName="/docProps/custom.xml" ContentType="application/vnd.openxmlformats-officedocument.custom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3.xml" ContentType="application/vnd.openxmlformats-officedocument.them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removePersonalInfoOnSave="1">
  <p:sldMasterIdLst>
    <p:sldMasterId id="2147483648" r:id="rId1"/>
    <p:sldMasterId id="2147483652" r:id="rId2"/>
  </p:sldMasterIdLst>
  <p:notesMasterIdLst>
    <p:notesMasterId r:id="rId2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2858750" cy="7232650"/>
  <p:notesSz cx="6858000" cy="9144000"/>
  <p:defaultTextStyle>
    <a:defPPr>
      <a:defRPr lang="zh-CN"/>
    </a:defPPr>
    <a:lvl1pPr algn="l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宋体"/>
        <a:cs typeface="+mn-cs"/>
      </a:defRPr>
    </a:lvl1pPr>
    <a:lvl2pPr marL="640080" indent="-182880" algn="l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宋体"/>
        <a:cs typeface="+mn-cs"/>
      </a:defRPr>
    </a:lvl2pPr>
    <a:lvl3pPr marL="1282700" indent="-368300" algn="l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宋体"/>
        <a:cs typeface="+mn-cs"/>
      </a:defRPr>
    </a:lvl3pPr>
    <a:lvl4pPr marL="1925955" indent="-554355" algn="l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宋体"/>
        <a:cs typeface="+mn-cs"/>
      </a:defRPr>
    </a:lvl4pPr>
    <a:lvl5pPr marL="2568575" indent="-739775" algn="l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宋体"/>
        <a:cs typeface="+mn-cs"/>
      </a:defRPr>
    </a:lvl5pPr>
    <a:lvl6pPr marL="2286000" algn="l" defTabSz="914400" rtl="0">
      <a:defRPr>
        <a:solidFill>
          <a:schemeClr val="tx1"/>
        </a:solidFill>
        <a:latin typeface="Calibri"/>
        <a:ea typeface="宋体"/>
        <a:cs typeface="+mn-cs"/>
      </a:defRPr>
    </a:lvl6pPr>
    <a:lvl7pPr marL="2743200" algn="l" defTabSz="914400" rtl="0">
      <a:defRPr>
        <a:solidFill>
          <a:schemeClr val="tx1"/>
        </a:solidFill>
        <a:latin typeface="Calibri"/>
        <a:ea typeface="宋体"/>
        <a:cs typeface="+mn-cs"/>
      </a:defRPr>
    </a:lvl7pPr>
    <a:lvl8pPr marL="3200400" algn="l" defTabSz="914400" rtl="0">
      <a:defRPr>
        <a:solidFill>
          <a:schemeClr val="tx1"/>
        </a:solidFill>
        <a:latin typeface="Calibri"/>
        <a:ea typeface="宋体"/>
        <a:cs typeface="+mn-cs"/>
      </a:defRPr>
    </a:lvl8pPr>
    <a:lvl9pPr marL="3657600" algn="l" defTabSz="914400" rtl="0">
      <a:defRPr>
        <a:solidFill>
          <a:schemeClr val="tx1"/>
        </a:solidFill>
        <a:latin typeface="Calibri"/>
        <a:ea typeface="宋体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>
      <p:cViewPr varScale="1">
        <p:scale>
          <a:sx n="103" d="100"/>
          <a:sy n="103" d="100"/>
        </p:scale>
        <p:origin x="636" y="108"/>
      </p:cViewPr>
      <p:guideLst>
        <p:guide pos="328" orient="horz"/>
        <p:guide pos="4050"/>
        <p:guide pos="557"/>
        <p:guide pos="4183" orient="horz"/>
        <p:guide pos="7497"/>
        <p:guide pos="6908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theme" Target="theme/theme1.xml"/><Relationship Id="rId4" Type="http://schemas.openxmlformats.org/officeDocument/2006/relationships/theme" Target="theme/theme2.xml"/><Relationship Id="rId5" Type="http://schemas.openxmlformats.org/officeDocument/2006/relationships/theme" Target="theme/them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 /><Relationship Id="rId30" Type="http://schemas.openxmlformats.org/officeDocument/2006/relationships/tableStyles" Target="tableStyles.xml" /><Relationship Id="rId3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236211" name="页眉占位符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868563499" name="日期占位符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/>
              <a:t/>
            </a:fld>
            <a:endParaRPr lang="zh-CN"/>
          </a:p>
        </p:txBody>
      </p:sp>
      <p:sp>
        <p:nvSpPr>
          <p:cNvPr id="1928677696" name="幻灯片图像占位符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>
              <a:defRPr/>
            </a:pPr>
            <a:endParaRPr lang="zh-CN"/>
          </a:p>
        </p:txBody>
      </p:sp>
      <p:sp>
        <p:nvSpPr>
          <p:cNvPr id="1641274466" name="备注占位符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1074164128" name="页脚占位符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025155077" name="灯片编号占位符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418F03C3-53C1-4F10-8DAF-D1F318E96C6E}" type="slidenum">
              <a:rPr lang="zh-CN"/>
              <a:t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>
      <a:spcBef>
        <a:spcPts val="0"/>
      </a:spcBef>
      <a:spcAft>
        <a:spcPts val="0"/>
      </a:spcAft>
      <a:defRPr sz="1300">
        <a:solidFill>
          <a:schemeClr val="tx1"/>
        </a:solidFill>
        <a:latin typeface="+mn-lt"/>
        <a:ea typeface="+mn-ea"/>
        <a:cs typeface="+mn-cs"/>
      </a:defRPr>
    </a:lvl1pPr>
    <a:lvl2pPr marL="455930" algn="l" rtl="0">
      <a:spcBef>
        <a:spcPts val="0"/>
      </a:spcBef>
      <a:spcAft>
        <a:spcPts val="0"/>
      </a:spcAft>
      <a:defRPr sz="1300">
        <a:solidFill>
          <a:schemeClr val="tx1"/>
        </a:solidFill>
        <a:latin typeface="+mn-lt"/>
        <a:ea typeface="+mn-ea"/>
        <a:cs typeface="+mn-cs"/>
      </a:defRPr>
    </a:lvl2pPr>
    <a:lvl3pPr marL="913130" algn="l" rtl="0">
      <a:spcBef>
        <a:spcPts val="0"/>
      </a:spcBef>
      <a:spcAft>
        <a:spcPts val="0"/>
      </a:spcAft>
      <a:defRPr sz="1300">
        <a:solidFill>
          <a:schemeClr val="tx1"/>
        </a:solidFill>
        <a:latin typeface="+mn-lt"/>
        <a:ea typeface="+mn-ea"/>
        <a:cs typeface="+mn-cs"/>
      </a:defRPr>
    </a:lvl3pPr>
    <a:lvl4pPr marL="1370330" algn="l" rtl="0">
      <a:spcBef>
        <a:spcPts val="0"/>
      </a:spcBef>
      <a:spcAft>
        <a:spcPts val="0"/>
      </a:spcAft>
      <a:defRPr sz="1300">
        <a:solidFill>
          <a:schemeClr val="tx1"/>
        </a:solidFill>
        <a:latin typeface="+mn-lt"/>
        <a:ea typeface="+mn-ea"/>
        <a:cs typeface="+mn-cs"/>
      </a:defRPr>
    </a:lvl4pPr>
    <a:lvl5pPr marL="1827530" algn="l" rtl="0">
      <a:spcBef>
        <a:spcPts val="0"/>
      </a:spcBef>
      <a:spcAft>
        <a:spcPts val="0"/>
      </a:spcAft>
      <a:defRPr sz="1300">
        <a:solidFill>
          <a:schemeClr val="tx1"/>
        </a:solidFill>
        <a:latin typeface="+mn-lt"/>
        <a:ea typeface="+mn-ea"/>
        <a:cs typeface="+mn-cs"/>
      </a:defRPr>
    </a:lvl5pPr>
    <a:lvl6pPr marL="2285365" algn="l" defTabSz="914400" rtl="0">
      <a:defRPr sz="13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>
      <a:defRPr sz="13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>
      <a:defRPr sz="13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>
      <a:defRPr sz="13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7278257" name="幻灯片图像占位符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615311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58774277" name="灯片编号占位符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8F03C3-53C1-4F10-8DAF-D1F318E96C6E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7981706" name="幻灯片图像占位符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5904464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888474441" name="灯片编号占位符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27DC7C-EA85-41EA-BE8E-3BC04B9579CE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531474" name="幻灯片图像占位符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8766025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66799099" name="灯片编号占位符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8F03C3-53C1-4F10-8DAF-D1F318E96C6E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0961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31032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id-ID"/>
          </a:p>
        </p:txBody>
      </p:sp>
      <p:sp>
        <p:nvSpPr>
          <p:cNvPr id="6003718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D1495A-DD81-44F4-9F54-1F39867BF2D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676237" name="幻灯片图像占位符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1339401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658030907" name="灯片编号占位符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6B02EC-97C0-4E19-AA45-E904FCC1D11E}" type="slidenum">
              <a:rPr lang="en-GB"/>
              <a:t/>
            </a:fld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2808536" name="幻灯片图像占位符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7865258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456488440" name="灯片编号占位符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8F03C3-53C1-4F10-8DAF-D1F318E96C6E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293238" name="幻灯片图像占位符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2790822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58745815" name="灯片编号占位符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6B02EC-97C0-4E19-AA45-E904FCC1D11E}" type="slidenum">
              <a:rPr lang="en-GB"/>
              <a:t/>
            </a:fld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61428" name="幻灯片图像占位符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9358772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3487138" name="灯片编号占位符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8F03C3-53C1-4F10-8DAF-D1F318E96C6E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3011694" name="幻灯片图像占位符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0329102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362274949" name="灯片编号占位符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8F03C3-53C1-4F10-8DAF-D1F318E96C6E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596768" name="幻灯片图像占位符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3727114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846484391" name="灯片编号占位符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6B02EC-97C0-4E19-AA45-E904FCC1D11E}" type="slidenum">
              <a:rPr lang="en-GB"/>
              <a:t/>
            </a:fld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332157" name="幻灯片图像占位符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8243743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722765294" name="灯片编号占位符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8F03C3-53C1-4F10-8DAF-D1F318E96C6E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0437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2687637" y="514350"/>
            <a:ext cx="4570412" cy="2571750"/>
          </a:xfrm>
        </p:spPr>
      </p:sp>
      <p:sp>
        <p:nvSpPr>
          <p:cNvPr id="1125343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053506373" name="Header Placehold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My First Template</a:t>
            </a:r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799674" name="幻灯片图像占位符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7910088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631991979" name="灯片编号占位符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8F03C3-53C1-4F10-8DAF-D1F318E96C6E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337762" name="幻灯片图像占位符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2422133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978117972" name="灯片编号占位符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8AECE9-5176-4E57-B4C4-570EB4C2C336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803593" name="幻灯片图像占位符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8537496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409949164" name="灯片编号占位符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6B02EC-97C0-4E19-AA45-E904FCC1D11E}" type="slidenum">
              <a:rPr lang="en-GB"/>
              <a:t/>
            </a:fld>
            <a:endParaRPr lang="en-GB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7532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21762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88584834" name="Header Placehold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My First Template</a:t>
            </a:r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40348" name="幻灯片图像占位符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0869966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207215618" name="灯片编号占位符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8F03C3-53C1-4F10-8DAF-D1F318E96C6E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929712" name="幻灯片图像占位符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719549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2843820" name="灯片编号占位符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8F03C3-53C1-4F10-8DAF-D1F318E96C6E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451259" name="幻灯片图像占位符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758732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349771421" name="灯片编号占位符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8F03C3-53C1-4F10-8DAF-D1F318E96C6E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635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2686050" y="514350"/>
            <a:ext cx="4573588" cy="2571750"/>
          </a:xfrm>
        </p:spPr>
      </p:sp>
      <p:sp>
        <p:nvSpPr>
          <p:cNvPr id="4994512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768221498" name="Header Placehold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My First Template</a:t>
            </a:r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5856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06689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343168837" name="Header Placehold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My First Template</a:t>
            </a:r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086572" name="幻灯片图像占位符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9151984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669636072" name="灯片编号占位符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8F03C3-53C1-4F10-8DAF-D1F318E96C6E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4_空白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空白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717588" name="日期占位符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3AD87B8-9A4B-45E2-BBE5-FB86ADE287A3}" type="datetimeFigureOut">
              <a:rPr lang="zh-CN"/>
              <a:t/>
            </a:fld>
            <a:endParaRPr lang="zh-CN"/>
          </a:p>
        </p:txBody>
      </p:sp>
      <p:sp>
        <p:nvSpPr>
          <p:cNvPr id="687420269" name="页脚占位符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657027258" name="灯片编号占位符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7AAA611-6692-4583-86AB-5AB9B972BD46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自定义版式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空白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076674" name="日期占位符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AC620A9-DA74-42BF-9043-257E1E63600C}" type="datetimeFigureOut">
              <a:rPr lang="zh-CN"/>
              <a:t/>
            </a:fld>
            <a:endParaRPr lang="zh-CN"/>
          </a:p>
        </p:txBody>
      </p:sp>
      <p:sp>
        <p:nvSpPr>
          <p:cNvPr id="391664772" name="页脚占位符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282626859" name="灯片编号占位符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085759F-E270-46AF-BBBD-F20907FA53AF}" type="slidenum">
              <a:rPr lang="zh-CN"/>
              <a:t/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1414459" name="标题占位符 1"/>
          <p:cNvSpPr>
            <a:spLocks noGrp="1"/>
          </p:cNvSpPr>
          <p:nvPr>
            <p:ph type="title"/>
          </p:nvPr>
        </p:nvSpPr>
        <p:spPr bwMode="auto">
          <a:xfrm>
            <a:off x="884238" y="385762"/>
            <a:ext cx="11090275" cy="1397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441440989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84238" y="1925638"/>
            <a:ext cx="11090275" cy="4589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190613332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88423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2BF82D2-7A68-459D-A996-9BDDA2518FA4}" type="datetimeFigureOut">
              <a:rPr lang="zh-CN"/>
              <a:t/>
            </a:fld>
            <a:endParaRPr lang="zh-CN"/>
          </a:p>
        </p:txBody>
      </p:sp>
      <p:sp>
        <p:nvSpPr>
          <p:cNvPr id="1446303727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259263" y="6704013"/>
            <a:ext cx="43402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684987058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908208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E01EE5D-26FB-46D5-A381-ECFB35BF1D34}" type="slidenum">
              <a:rPr lang="zh-CN"/>
              <a:t/>
            </a:fld>
            <a:endParaRPr lang="zh-CN"/>
          </a:p>
        </p:txBody>
      </p:sp>
      <p:pic>
        <p:nvPicPr>
          <p:cNvPr id="1711753383" name="图片 7"/>
          <p:cNvPicPr>
            <a:picLocks noChangeAspect="1"/>
          </p:cNvPicPr>
          <p:nvPr userDrawn="1"/>
        </p:nvPicPr>
        <p:blipFill rotWithShape="1">
          <a:blip r:embed="rId5"/>
          <a:stretch/>
        </p:blipFill>
        <p:spPr bwMode="auto">
          <a:xfrm>
            <a:off x="352" y="0"/>
            <a:ext cx="12858045" cy="72326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707335" name="标题占位符 1"/>
          <p:cNvSpPr>
            <a:spLocks noGrp="1"/>
          </p:cNvSpPr>
          <p:nvPr>
            <p:ph type="title"/>
          </p:nvPr>
        </p:nvSpPr>
        <p:spPr bwMode="auto">
          <a:xfrm>
            <a:off x="884238" y="385762"/>
            <a:ext cx="11090275" cy="1397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829509463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84238" y="1925638"/>
            <a:ext cx="11090275" cy="4589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1867443274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88423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AC620A9-DA74-42BF-9043-257E1E63600C}" type="datetimeFigureOut">
              <a:rPr lang="zh-CN"/>
              <a:t/>
            </a:fld>
            <a:endParaRPr lang="zh-CN"/>
          </a:p>
        </p:txBody>
      </p:sp>
      <p:sp>
        <p:nvSpPr>
          <p:cNvPr id="175733908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259263" y="6704013"/>
            <a:ext cx="43402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2073968565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908208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085759F-E270-46AF-BBBD-F20907FA53AF}" type="slidenum">
              <a:rPr lang="zh-CN"/>
              <a:t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Relationship Id="rId7" Type="http://schemas.openxmlformats.org/officeDocument/2006/relationships/image" Target="../media/image14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jpg"/><Relationship Id="rId4" Type="http://schemas.openxmlformats.org/officeDocument/2006/relationships/image" Target="../media/image19.jp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53648" name="图片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52" y="0"/>
            <a:ext cx="12858045" cy="7232650"/>
          </a:xfrm>
          <a:prstGeom prst="rect">
            <a:avLst/>
          </a:prstGeom>
        </p:spPr>
      </p:pic>
      <p:sp>
        <p:nvSpPr>
          <p:cNvPr id="1596777215" name="矩形 259"/>
          <p:cNvSpPr>
            <a:spLocks noChangeArrowheads="1"/>
          </p:cNvSpPr>
          <p:nvPr/>
        </p:nvSpPr>
        <p:spPr bwMode="auto">
          <a:xfrm>
            <a:off x="3192236" y="4241048"/>
            <a:ext cx="6474278" cy="60324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/>
                <a:ea typeface="微软雅黑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/>
                <a:ea typeface="微软雅黑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/>
                <a:ea typeface="微软雅黑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9pPr>
          </a:lstStyle>
          <a:p>
            <a:pPr algn="ctr">
              <a:buNone/>
              <a:defRPr/>
            </a:pPr>
            <a:r>
              <a:rPr lang="en-US" sz="2000">
                <a:solidFill>
                  <a:schemeClr val="bg1"/>
                </a:solidFill>
                <a:latin typeface="Arial"/>
                <a:cs typeface="Arial"/>
              </a:rPr>
              <a:t>YEAR-END SUMMARY PLAN PPT IN THE NEW YEAR</a:t>
            </a:r>
            <a:endParaRPr lang="en-US" sz="2000">
              <a:solidFill>
                <a:schemeClr val="bg1"/>
              </a:solidFill>
              <a:latin typeface="Arial"/>
              <a:cs typeface="Arial"/>
            </a:endParaRPr>
          </a:p>
          <a:p>
            <a:pPr algn="ctr">
              <a:buNone/>
              <a:defRPr/>
            </a:pPr>
            <a:r>
              <a:rPr lang="zh-CN" sz="1600">
                <a:solidFill>
                  <a:schemeClr val="bg1"/>
                </a:solidFill>
                <a:latin typeface="Arial"/>
                <a:cs typeface="Arial"/>
              </a:rPr>
              <a:t>会议报告 </a:t>
            </a:r>
            <a:r>
              <a:rPr lang="en-US" sz="1600">
                <a:solidFill>
                  <a:schemeClr val="bg1"/>
                </a:solidFill>
                <a:latin typeface="Arial"/>
                <a:cs typeface="Arial"/>
              </a:rPr>
              <a:t>/ </a:t>
            </a:r>
            <a:r>
              <a:rPr lang="zh-CN" sz="1600">
                <a:solidFill>
                  <a:schemeClr val="bg1"/>
                </a:solidFill>
                <a:latin typeface="Arial"/>
                <a:cs typeface="Arial"/>
              </a:rPr>
              <a:t>座谈交流 </a:t>
            </a:r>
            <a:r>
              <a:rPr lang="en-US" sz="1600">
                <a:solidFill>
                  <a:schemeClr val="bg1"/>
                </a:solidFill>
                <a:latin typeface="Arial"/>
                <a:cs typeface="Arial"/>
              </a:rPr>
              <a:t>/ </a:t>
            </a:r>
            <a:r>
              <a:rPr lang="zh-CN" sz="1600">
                <a:solidFill>
                  <a:schemeClr val="bg1"/>
                </a:solidFill>
                <a:latin typeface="Arial"/>
                <a:cs typeface="Arial"/>
              </a:rPr>
              <a:t>工作总结 </a:t>
            </a:r>
            <a:r>
              <a:rPr lang="en-US" sz="1600">
                <a:solidFill>
                  <a:schemeClr val="bg1"/>
                </a:solidFill>
                <a:latin typeface="Arial"/>
                <a:cs typeface="Arial"/>
              </a:rPr>
              <a:t>/ </a:t>
            </a:r>
            <a:r>
              <a:rPr lang="zh-CN" sz="1600">
                <a:solidFill>
                  <a:schemeClr val="bg1"/>
                </a:solidFill>
                <a:latin typeface="Arial"/>
                <a:cs typeface="Arial"/>
              </a:rPr>
              <a:t>工作汇报</a:t>
            </a:r>
            <a:endParaRPr lang="en-US" sz="16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671689364" name="矩形 259"/>
          <p:cNvSpPr>
            <a:spLocks noChangeArrowheads="1"/>
          </p:cNvSpPr>
          <p:nvPr/>
        </p:nvSpPr>
        <p:spPr bwMode="auto">
          <a:xfrm>
            <a:off x="3003550" y="3400291"/>
            <a:ext cx="685165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/>
                <a:ea typeface="微软雅黑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/>
                <a:ea typeface="微软雅黑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/>
                <a:ea typeface="微软雅黑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9pPr>
          </a:lstStyle>
          <a:p>
            <a:pPr algn="ctr">
              <a:buNone/>
              <a:defRPr/>
            </a:pPr>
            <a:r>
              <a:rPr lang="zh-CN" sz="5400" b="1">
                <a:solidFill>
                  <a:schemeClr val="bg1"/>
                </a:solidFill>
                <a:latin typeface="Arial"/>
                <a:cs typeface="Arial"/>
              </a:rPr>
              <a:t>工作</a:t>
            </a:r>
            <a:r>
              <a:rPr lang="zh-CN" sz="5400" b="1">
                <a:solidFill>
                  <a:schemeClr val="bg1"/>
                </a:solidFill>
                <a:latin typeface="Arial"/>
                <a:cs typeface="Arial"/>
              </a:rPr>
              <a:t>报告</a:t>
            </a:r>
            <a:r>
              <a:rPr lang="zh-CN" sz="5400">
                <a:solidFill>
                  <a:schemeClr val="bg1"/>
                </a:solidFill>
                <a:latin typeface="Arial"/>
                <a:cs typeface="Arial"/>
              </a:rPr>
              <a:t>工作总结</a:t>
            </a:r>
            <a:r>
              <a:rPr lang="en-US" sz="5400">
                <a:solidFill>
                  <a:schemeClr val="bg1"/>
                </a:solidFill>
                <a:latin typeface="Arial"/>
                <a:cs typeface="Arial"/>
              </a:rPr>
              <a:t>PPT</a:t>
            </a:r>
            <a:endParaRPr lang="en-US" sz="54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994105380" name="矩形 259"/>
          <p:cNvSpPr>
            <a:spLocks noChangeArrowheads="1"/>
          </p:cNvSpPr>
          <p:nvPr/>
        </p:nvSpPr>
        <p:spPr bwMode="auto">
          <a:xfrm>
            <a:off x="3722954" y="5470296"/>
            <a:ext cx="5412842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/>
                <a:ea typeface="微软雅黑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/>
                <a:ea typeface="微软雅黑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/>
                <a:ea typeface="微软雅黑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9pPr>
          </a:lstStyle>
          <a:p>
            <a:pPr algn="ctr">
              <a:buNone/>
              <a:defRPr/>
            </a:pPr>
            <a:r>
              <a:rPr lang="zh-CN" sz="1800">
                <a:solidFill>
                  <a:schemeClr val="bg1"/>
                </a:solidFill>
                <a:cs typeface="Arial"/>
              </a:rPr>
              <a:t>汇报人</a:t>
            </a:r>
            <a:r>
              <a:rPr lang="zh-CN" sz="1800">
                <a:solidFill>
                  <a:schemeClr val="bg1"/>
                </a:solidFill>
                <a:cs typeface="Arial"/>
              </a:rPr>
              <a:t>：</a:t>
            </a:r>
            <a:r>
              <a:rPr lang="zh-CN" sz="1800">
                <a:solidFill>
                  <a:schemeClr val="bg1"/>
                </a:solidFill>
                <a:cs typeface="Arial"/>
              </a:rPr>
              <a:t>优</a:t>
            </a:r>
            <a:r>
              <a:rPr lang="zh-CN" sz="1800">
                <a:solidFill>
                  <a:schemeClr val="bg1"/>
                </a:solidFill>
                <a:cs typeface="Arial"/>
              </a:rPr>
              <a:t>品</a:t>
            </a:r>
            <a:r>
              <a:rPr lang="en-US" sz="1800">
                <a:solidFill>
                  <a:schemeClr val="bg1"/>
                </a:solidFill>
                <a:cs typeface="Arial"/>
              </a:rPr>
              <a:t>PPT</a:t>
            </a:r>
            <a:r>
              <a:rPr lang="zh-CN" sz="1800">
                <a:solidFill>
                  <a:schemeClr val="bg1"/>
                </a:solidFill>
                <a:cs typeface="Arial"/>
              </a:rPr>
              <a:t>  </a:t>
            </a:r>
            <a:r>
              <a:rPr lang="en-US" sz="1800">
                <a:solidFill>
                  <a:schemeClr val="bg1"/>
                </a:solidFill>
                <a:cs typeface="Arial"/>
              </a:rPr>
              <a:t>Report Person: YPPPT</a:t>
            </a:r>
            <a:endParaRPr lang="zh-CN" sz="1800">
              <a:solidFill>
                <a:schemeClr val="bg1"/>
              </a:solidFill>
              <a:cs typeface="Arial"/>
            </a:endParaRPr>
          </a:p>
        </p:txBody>
      </p:sp>
      <p:sp>
        <p:nvSpPr>
          <p:cNvPr id="1667332029" name="矩形 259"/>
          <p:cNvSpPr>
            <a:spLocks noChangeArrowheads="1"/>
          </p:cNvSpPr>
          <p:nvPr/>
        </p:nvSpPr>
        <p:spPr bwMode="auto">
          <a:xfrm>
            <a:off x="4861380" y="1739142"/>
            <a:ext cx="3137429" cy="175295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/>
                <a:ea typeface="微软雅黑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/>
                <a:ea typeface="微软雅黑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/>
                <a:ea typeface="微软雅黑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9pPr>
          </a:lstStyle>
          <a:p>
            <a:pPr algn="ctr">
              <a:buNone/>
              <a:defRPr/>
            </a:pPr>
            <a:r>
              <a:rPr lang="en-US" sz="11500">
                <a:solidFill>
                  <a:schemeClr val="bg1"/>
                </a:solidFill>
                <a:latin typeface="Impact"/>
                <a:cs typeface="Arial"/>
              </a:rPr>
              <a:t>2030</a:t>
            </a:r>
            <a:endParaRPr lang="en-US" sz="8800">
              <a:solidFill>
                <a:schemeClr val="bg1"/>
              </a:solidFill>
              <a:latin typeface="Impact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53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33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67332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67332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673320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673320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 tmFilter="0,0; .5, 1; 1, 1"/>
                                        <p:tgtEl>
                                          <p:spTgt spid="1667332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49"/>
                            </p:stCondLst>
                            <p:childTnLst>
                              <p:par>
                                <p:cTn id="1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16673320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16673320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68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71689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71689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71689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71689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 tmFilter="0,0; .5, 1; 1, 1"/>
                                        <p:tgtEl>
                                          <p:spTgt spid="671689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67168936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67168936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777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96777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96777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96777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96777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 tmFilter="0,0; .5, 1; 1, 1"/>
                                        <p:tgtEl>
                                          <p:spTgt spid="1596777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750"/>
                            </p:stCondLst>
                            <p:childTnLst>
                              <p:par>
                                <p:cTn id="4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45" dur="500" tmFilter="0, 0; .2, .5; .8, .5; 1, 0"/>
                                        <p:tgtEl>
                                          <p:spTgt spid="15967772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15967772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25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10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941053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941053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94105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6777215" grpId="0"/>
      <p:bldP spid="1596777215" grpId="1"/>
      <p:bldP spid="671689364" grpId="0"/>
      <p:bldP spid="671689364" grpId="1"/>
      <p:bldP spid="994105380" grpId="0"/>
      <p:bldP spid="1667332029" grpId="0"/>
      <p:bldP spid="1667332029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5559367" name="MH_Others_1"/>
          <p:cNvSpPr txBox="1"/>
          <p:nvPr/>
        </p:nvSpPr>
        <p:spPr bwMode="auto">
          <a:xfrm>
            <a:off x="2443844" y="2383906"/>
            <a:ext cx="3556906" cy="176971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>
              <a:defRPr/>
            </a:pPr>
            <a:r>
              <a:rPr lang="zh-CN" sz="11500" b="1">
                <a:solidFill>
                  <a:schemeClr val="accent1"/>
                </a:solidFill>
                <a:latin typeface="Arial"/>
                <a:ea typeface="微软雅黑"/>
              </a:rPr>
              <a:t>目 录</a:t>
            </a:r>
            <a:endParaRPr lang="zh-CN" sz="11500" b="1">
              <a:solidFill>
                <a:schemeClr val="accent1"/>
              </a:solidFill>
              <a:latin typeface="Arial"/>
              <a:ea typeface="微软雅黑"/>
            </a:endParaRPr>
          </a:p>
        </p:txBody>
      </p:sp>
      <p:sp>
        <p:nvSpPr>
          <p:cNvPr id="988672428" name="MH_Others_2"/>
          <p:cNvSpPr txBox="1"/>
          <p:nvPr/>
        </p:nvSpPr>
        <p:spPr bwMode="auto">
          <a:xfrm>
            <a:off x="2316025" y="4171824"/>
            <a:ext cx="3812544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en-US" sz="4400" b="1">
                <a:solidFill>
                  <a:schemeClr val="accent1"/>
                </a:solidFill>
                <a:latin typeface="Arial"/>
                <a:ea typeface="微软雅黑"/>
              </a:rPr>
              <a:t>CONTENTS</a:t>
            </a:r>
            <a:endParaRPr lang="zh-CN" sz="4400" b="1">
              <a:solidFill>
                <a:schemeClr val="accent1"/>
              </a:solidFill>
              <a:latin typeface="Arial"/>
              <a:ea typeface="微软雅黑"/>
            </a:endParaRPr>
          </a:p>
        </p:txBody>
      </p:sp>
      <p:sp>
        <p:nvSpPr>
          <p:cNvPr id="2048282858" name="MH_Entry_1"/>
          <p:cNvSpPr/>
          <p:nvPr/>
        </p:nvSpPr>
        <p:spPr bwMode="auto">
          <a:xfrm>
            <a:off x="7613912" y="1751250"/>
            <a:ext cx="2466541" cy="707886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 fill="norm" stroke="1" extrusionOk="0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>
              <a:defRPr/>
            </a:pPr>
            <a:r>
              <a:rPr lang="zh-CN" sz="3200">
                <a:solidFill>
                  <a:schemeClr val="accent1"/>
                </a:solidFill>
                <a:latin typeface="Arial"/>
                <a:ea typeface="微软雅黑"/>
              </a:rPr>
              <a:t>年度工作</a:t>
            </a:r>
            <a:r>
              <a:rPr lang="zh-CN" sz="3200">
                <a:solidFill>
                  <a:schemeClr val="accent1"/>
                </a:solidFill>
                <a:latin typeface="Arial"/>
                <a:ea typeface="微软雅黑"/>
              </a:rPr>
              <a:t>概述</a:t>
            </a:r>
            <a:endParaRPr lang="en-US" sz="3200">
              <a:solidFill>
                <a:schemeClr val="accent1"/>
              </a:solidFill>
              <a:latin typeface="Arial"/>
              <a:ea typeface="微软雅黑"/>
            </a:endParaRPr>
          </a:p>
          <a:p>
            <a:pPr>
              <a:defRPr/>
            </a:pPr>
            <a:r>
              <a:rPr lang="en-US" sz="1400">
                <a:solidFill>
                  <a:schemeClr val="accent1"/>
                </a:solidFill>
                <a:latin typeface="Arial"/>
                <a:ea typeface="微软雅黑"/>
              </a:rPr>
              <a:t>ANNUAL WORK SUMMARY</a:t>
            </a:r>
            <a:endParaRPr lang="zh-CN" sz="1400">
              <a:solidFill>
                <a:schemeClr val="accent1"/>
              </a:solidFill>
              <a:latin typeface="Arial"/>
              <a:ea typeface="微软雅黑"/>
            </a:endParaRPr>
          </a:p>
        </p:txBody>
      </p:sp>
      <p:sp>
        <p:nvSpPr>
          <p:cNvPr id="1800856358" name="MH_Entry_2"/>
          <p:cNvSpPr/>
          <p:nvPr/>
        </p:nvSpPr>
        <p:spPr bwMode="auto">
          <a:xfrm>
            <a:off x="7613912" y="2800519"/>
            <a:ext cx="2466541" cy="707886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 fill="norm" stroke="1" extrusionOk="0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>
              <a:defRPr/>
            </a:pPr>
            <a:r>
              <a:rPr lang="zh-CN" sz="3200">
                <a:solidFill>
                  <a:schemeClr val="accent1"/>
                </a:solidFill>
                <a:latin typeface="Arial"/>
                <a:ea typeface="微软雅黑"/>
              </a:rPr>
              <a:t>工作完成情况</a:t>
            </a:r>
            <a:r>
              <a:rPr lang="en-US" sz="1400">
                <a:solidFill>
                  <a:schemeClr val="accent1"/>
                </a:solidFill>
                <a:latin typeface="Arial"/>
                <a:ea typeface="微软雅黑"/>
              </a:rPr>
              <a:t>COMPLETION OF WORK</a:t>
            </a:r>
            <a:endParaRPr lang="zh-CN" sz="1400">
              <a:solidFill>
                <a:schemeClr val="accent1"/>
              </a:solidFill>
              <a:latin typeface="Arial"/>
              <a:ea typeface="微软雅黑"/>
            </a:endParaRPr>
          </a:p>
        </p:txBody>
      </p:sp>
      <p:sp>
        <p:nvSpPr>
          <p:cNvPr id="937471017" name="MH_Entry_3"/>
          <p:cNvSpPr/>
          <p:nvPr/>
        </p:nvSpPr>
        <p:spPr bwMode="auto">
          <a:xfrm>
            <a:off x="7613912" y="3849788"/>
            <a:ext cx="2466541" cy="707886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 fill="norm" stroke="1" extrusionOk="0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>
              <a:defRPr/>
            </a:pPr>
            <a:r>
              <a:rPr lang="zh-CN" sz="3200">
                <a:solidFill>
                  <a:schemeClr val="accent1"/>
                </a:solidFill>
                <a:latin typeface="Arial"/>
                <a:ea typeface="微软雅黑"/>
              </a:rPr>
              <a:t>成功项目展示</a:t>
            </a:r>
            <a:r>
              <a:rPr lang="en-US" sz="1400">
                <a:solidFill>
                  <a:schemeClr val="accent1"/>
                </a:solidFill>
                <a:latin typeface="Arial"/>
                <a:ea typeface="微软雅黑"/>
              </a:rPr>
              <a:t>SUCCESSFUL PROJECT </a:t>
            </a:r>
            <a:endParaRPr lang="zh-CN" sz="1400">
              <a:solidFill>
                <a:schemeClr val="accent1"/>
              </a:solidFill>
              <a:latin typeface="Arial"/>
              <a:ea typeface="微软雅黑"/>
            </a:endParaRPr>
          </a:p>
        </p:txBody>
      </p:sp>
      <p:sp>
        <p:nvSpPr>
          <p:cNvPr id="1693121950" name="MH_Entry_4"/>
          <p:cNvSpPr/>
          <p:nvPr/>
        </p:nvSpPr>
        <p:spPr bwMode="auto">
          <a:xfrm>
            <a:off x="7613912" y="4899056"/>
            <a:ext cx="2466541" cy="707886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 fill="norm" stroke="1" extrusionOk="0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>
              <a:defRPr/>
            </a:pPr>
            <a:r>
              <a:rPr lang="zh-CN" sz="3200">
                <a:solidFill>
                  <a:schemeClr val="accent1"/>
                </a:solidFill>
                <a:latin typeface="Arial"/>
                <a:ea typeface="微软雅黑"/>
              </a:rPr>
              <a:t>明年工作</a:t>
            </a:r>
            <a:r>
              <a:rPr lang="zh-CN" sz="3200">
                <a:solidFill>
                  <a:schemeClr val="accent1"/>
                </a:solidFill>
                <a:latin typeface="Arial"/>
                <a:ea typeface="微软雅黑"/>
              </a:rPr>
              <a:t>计划</a:t>
            </a:r>
            <a:endParaRPr lang="en-US" sz="3200">
              <a:solidFill>
                <a:schemeClr val="accent1"/>
              </a:solidFill>
              <a:latin typeface="Arial"/>
              <a:ea typeface="微软雅黑"/>
            </a:endParaRPr>
          </a:p>
          <a:p>
            <a:pPr lvl="0">
              <a:defRPr/>
            </a:pPr>
            <a:r>
              <a:rPr lang="en-US" sz="1400">
                <a:solidFill>
                  <a:schemeClr val="accent1"/>
                </a:solidFill>
                <a:latin typeface="Arial"/>
                <a:ea typeface="微软雅黑"/>
              </a:rPr>
              <a:t>NEXT YEAR WORK PLAN</a:t>
            </a:r>
            <a:endParaRPr lang="zh-CN" sz="1400">
              <a:solidFill>
                <a:schemeClr val="accent1"/>
              </a:solidFill>
              <a:latin typeface="Arial"/>
              <a:ea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5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559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559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559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559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5593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67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672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672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672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6724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82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048282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856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800856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47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3747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12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693121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5559367" grpId="0"/>
      <p:bldP spid="988672428" grpId="0"/>
      <p:bldP spid="2048282858" grpId="0"/>
      <p:bldP spid="1800856358" grpId="0"/>
      <p:bldP spid="937471017" grpId="0"/>
      <p:bldP spid="169312195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136170" name="圆角矩形 1"/>
          <p:cNvSpPr/>
          <p:nvPr/>
        </p:nvSpPr>
        <p:spPr bwMode="auto">
          <a:xfrm>
            <a:off x="4238958" y="3493258"/>
            <a:ext cx="4380840" cy="9699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716" tIns="36357" rIns="72716" bIns="36357" rtlCol="0" anchor="ctr"/>
          <a:lstStyle/>
          <a:p>
            <a:pPr algn="ctr">
              <a:defRPr/>
            </a:pPr>
            <a:endParaRPr lang="zh-CN" sz="1500">
              <a:latin typeface="Arial"/>
              <a:ea typeface="微软雅黑"/>
            </a:endParaRPr>
          </a:p>
        </p:txBody>
      </p:sp>
      <p:sp>
        <p:nvSpPr>
          <p:cNvPr id="166137549" name="椭圆 2"/>
          <p:cNvSpPr/>
          <p:nvPr/>
        </p:nvSpPr>
        <p:spPr bwMode="auto">
          <a:xfrm>
            <a:off x="5919193" y="2214972"/>
            <a:ext cx="1020367" cy="10203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lang="en-US" sz="4400">
                <a:solidFill>
                  <a:schemeClr val="bg1"/>
                </a:solidFill>
                <a:latin typeface="Arial"/>
                <a:ea typeface="微软雅黑"/>
              </a:rPr>
              <a:t>01</a:t>
            </a:r>
            <a:endParaRPr lang="zh-CN" sz="4400">
              <a:solidFill>
                <a:schemeClr val="bg1"/>
              </a:solidFill>
              <a:latin typeface="Arial"/>
              <a:ea typeface="微软雅黑"/>
            </a:endParaRPr>
          </a:p>
        </p:txBody>
      </p:sp>
      <p:sp>
        <p:nvSpPr>
          <p:cNvPr id="1702680572" name="MH_Entry_1"/>
          <p:cNvSpPr/>
          <p:nvPr/>
        </p:nvSpPr>
        <p:spPr bwMode="auto">
          <a:xfrm>
            <a:off x="5161541" y="3624146"/>
            <a:ext cx="2535673" cy="70814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 fill="norm" stroke="1" extrusionOk="0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algn="ctr">
              <a:defRPr/>
            </a:pPr>
            <a:r>
              <a:rPr lang="zh-CN" sz="3200">
                <a:solidFill>
                  <a:schemeClr val="bg1"/>
                </a:solidFill>
                <a:latin typeface="Arial"/>
                <a:ea typeface="微软雅黑"/>
              </a:rPr>
              <a:t>年度工作概述</a:t>
            </a:r>
            <a:endParaRPr lang="en-US" sz="3200">
              <a:solidFill>
                <a:schemeClr val="bg1"/>
              </a:solidFill>
              <a:latin typeface="Arial"/>
              <a:ea typeface="微软雅黑"/>
            </a:endParaRPr>
          </a:p>
          <a:p>
            <a:pPr algn="ctr">
              <a:defRPr/>
            </a:pPr>
            <a:r>
              <a:rPr lang="en-US" sz="1400">
                <a:solidFill>
                  <a:schemeClr val="bg1"/>
                </a:solidFill>
                <a:latin typeface="Arial"/>
                <a:ea typeface="微软雅黑"/>
              </a:rPr>
              <a:t>ANNUAL WORK SUMMARY</a:t>
            </a:r>
            <a:endParaRPr lang="zh-CN" sz="1400">
              <a:solidFill>
                <a:schemeClr val="bg1"/>
              </a:solidFill>
              <a:latin typeface="Arial"/>
              <a:ea typeface="微软雅黑"/>
            </a:endParaRPr>
          </a:p>
        </p:txBody>
      </p:sp>
      <p:sp>
        <p:nvSpPr>
          <p:cNvPr id="1156983341" name="TextBox 11"/>
          <p:cNvSpPr txBox="1"/>
          <p:nvPr/>
        </p:nvSpPr>
        <p:spPr bwMode="auto">
          <a:xfrm>
            <a:off x="6508471" y="4646802"/>
            <a:ext cx="1609415" cy="215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lvl="1" indent="-171450" algn="ctr">
              <a:buFont typeface="Arial"/>
              <a:buChar char="•"/>
              <a:defRPr/>
            </a:pPr>
            <a:r>
              <a:rPr lang="zh-CN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添加相关标题文字</a:t>
            </a:r>
            <a:endParaRPr lang="en-US" sz="14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2017380421" name="TextBox 11"/>
          <p:cNvSpPr txBox="1"/>
          <p:nvPr/>
        </p:nvSpPr>
        <p:spPr bwMode="auto">
          <a:xfrm>
            <a:off x="4738017" y="4646802"/>
            <a:ext cx="1609415" cy="215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lvl="1" indent="-171450" algn="ctr">
              <a:buFont typeface="Arial"/>
              <a:buChar char="•"/>
              <a:defRPr/>
            </a:pPr>
            <a:r>
              <a:rPr lang="zh-CN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添加相关标题文字</a:t>
            </a:r>
            <a:endParaRPr lang="en-US" sz="14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1944566289" name="TextBox 11"/>
          <p:cNvSpPr txBox="1"/>
          <p:nvPr/>
        </p:nvSpPr>
        <p:spPr bwMode="auto">
          <a:xfrm>
            <a:off x="6508471" y="4916416"/>
            <a:ext cx="1609415" cy="215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lvl="1" indent="-171450" algn="ctr">
              <a:buFont typeface="Arial"/>
              <a:buChar char="•"/>
              <a:defRPr/>
            </a:pPr>
            <a:r>
              <a:rPr lang="zh-CN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添加相关标题文字</a:t>
            </a:r>
            <a:endParaRPr lang="en-US" sz="14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1667973488" name="TextBox 11"/>
          <p:cNvSpPr txBox="1"/>
          <p:nvPr/>
        </p:nvSpPr>
        <p:spPr bwMode="auto">
          <a:xfrm>
            <a:off x="4738017" y="4916416"/>
            <a:ext cx="1609415" cy="215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lvl="1" indent="-171450" algn="ctr">
              <a:buFont typeface="Arial"/>
              <a:buChar char="•"/>
              <a:defRPr/>
            </a:pPr>
            <a:r>
              <a:rPr lang="zh-CN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添加相关标题文字</a:t>
            </a:r>
            <a:endParaRPr lang="en-US" sz="14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4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37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66137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66137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3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147136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147136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680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680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680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680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6805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98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56983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56983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8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17380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17380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4566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44566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44566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973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67973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67973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7136170" grpId="0" animBg="1"/>
      <p:bldP spid="166137549" grpId="0" animBg="1"/>
      <p:bldP spid="1702680572" grpId="0"/>
      <p:bldP spid="1156983341" grpId="0"/>
      <p:bldP spid="2017380421" grpId="0"/>
      <p:bldP spid="1944566289" grpId="0"/>
      <p:bldP spid="166797348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181138" name="Rectangle 45"/>
          <p:cNvSpPr/>
          <p:nvPr/>
        </p:nvSpPr>
        <p:spPr bwMode="auto">
          <a:xfrm>
            <a:off x="7569469" y="1632878"/>
            <a:ext cx="2144681" cy="455054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id-ID" sz="1500">
              <a:latin typeface="Arial"/>
              <a:ea typeface="微软雅黑"/>
            </a:endParaRPr>
          </a:p>
        </p:txBody>
      </p:sp>
      <p:sp>
        <p:nvSpPr>
          <p:cNvPr id="1824313621" name="Rectangle 33"/>
          <p:cNvSpPr/>
          <p:nvPr/>
        </p:nvSpPr>
        <p:spPr bwMode="auto">
          <a:xfrm>
            <a:off x="932170" y="1632878"/>
            <a:ext cx="2144681" cy="22440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4400">
                <a:latin typeface="Arial"/>
                <a:ea typeface="微软雅黑"/>
              </a:rPr>
              <a:t>2030</a:t>
            </a:r>
            <a:endParaRPr lang="id-ID" sz="4400">
              <a:latin typeface="Arial"/>
              <a:ea typeface="微软雅黑"/>
            </a:endParaRPr>
          </a:p>
        </p:txBody>
      </p:sp>
      <p:sp>
        <p:nvSpPr>
          <p:cNvPr id="1122247778" name="Rectangle 34"/>
          <p:cNvSpPr/>
          <p:nvPr/>
        </p:nvSpPr>
        <p:spPr bwMode="auto">
          <a:xfrm>
            <a:off x="3144603" y="1632878"/>
            <a:ext cx="2144681" cy="2244027"/>
          </a:xfrm>
          <a:prstGeom prst="rect">
            <a:avLst/>
          </a:prstGeom>
          <a:blipFill rotWithShape="1">
            <a:blip r:embed="rId3">
              <a:grayscl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en-US" sz="5700">
              <a:solidFill>
                <a:schemeClr val="bg1"/>
              </a:solidFill>
              <a:latin typeface="Arial"/>
              <a:ea typeface="微软雅黑"/>
            </a:endParaRPr>
          </a:p>
        </p:txBody>
      </p:sp>
      <p:sp>
        <p:nvSpPr>
          <p:cNvPr id="266292150" name="Rectangle 35"/>
          <p:cNvSpPr/>
          <p:nvPr/>
        </p:nvSpPr>
        <p:spPr bwMode="auto">
          <a:xfrm>
            <a:off x="5357038" y="1632878"/>
            <a:ext cx="2144681" cy="224402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id-ID" sz="1500">
              <a:latin typeface="Arial"/>
              <a:ea typeface="微软雅黑"/>
            </a:endParaRPr>
          </a:p>
        </p:txBody>
      </p:sp>
      <p:sp>
        <p:nvSpPr>
          <p:cNvPr id="394843192" name="Rectangle 38"/>
          <p:cNvSpPr/>
          <p:nvPr/>
        </p:nvSpPr>
        <p:spPr bwMode="auto">
          <a:xfrm>
            <a:off x="9781903" y="1632878"/>
            <a:ext cx="2144681" cy="2244027"/>
          </a:xfrm>
          <a:prstGeom prst="rect">
            <a:avLst/>
          </a:prstGeom>
          <a:blipFill rotWithShape="1">
            <a:blip r:embed="rId4">
              <a:grayscl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id-ID" sz="1500">
              <a:latin typeface="Arial"/>
              <a:ea typeface="微软雅黑"/>
            </a:endParaRPr>
          </a:p>
        </p:txBody>
      </p:sp>
      <p:sp>
        <p:nvSpPr>
          <p:cNvPr id="1063084016" name="Rectangle 41"/>
          <p:cNvSpPr/>
          <p:nvPr/>
        </p:nvSpPr>
        <p:spPr bwMode="auto">
          <a:xfrm>
            <a:off x="932172" y="3939392"/>
            <a:ext cx="4357113" cy="22440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en-US" sz="5700">
              <a:solidFill>
                <a:schemeClr val="bg1"/>
              </a:solidFill>
              <a:latin typeface="Arial"/>
              <a:ea typeface="微软雅黑"/>
            </a:endParaRPr>
          </a:p>
        </p:txBody>
      </p:sp>
      <p:sp>
        <p:nvSpPr>
          <p:cNvPr id="102496044" name="Rectangle 43"/>
          <p:cNvSpPr/>
          <p:nvPr/>
        </p:nvSpPr>
        <p:spPr bwMode="auto">
          <a:xfrm>
            <a:off x="5357038" y="3939391"/>
            <a:ext cx="2144681" cy="2244027"/>
          </a:xfrm>
          <a:prstGeom prst="rect">
            <a:avLst/>
          </a:prstGeom>
          <a:blipFill rotWithShape="1">
            <a:blip r:embed="rId5">
              <a:grayscl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en-US" sz="5700">
              <a:solidFill>
                <a:schemeClr val="bg1"/>
              </a:solidFill>
              <a:latin typeface="Arial"/>
              <a:ea typeface="微软雅黑"/>
            </a:endParaRPr>
          </a:p>
        </p:txBody>
      </p:sp>
      <p:sp>
        <p:nvSpPr>
          <p:cNvPr id="870899292" name="Rectangle 47"/>
          <p:cNvSpPr/>
          <p:nvPr/>
        </p:nvSpPr>
        <p:spPr bwMode="auto">
          <a:xfrm>
            <a:off x="9781903" y="3939391"/>
            <a:ext cx="2144681" cy="22440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AU" sz="4400">
                <a:solidFill>
                  <a:schemeClr val="bg1"/>
                </a:solidFill>
                <a:latin typeface="Arial"/>
                <a:ea typeface="微软雅黑"/>
              </a:rPr>
              <a:t>2018</a:t>
            </a:r>
            <a:endParaRPr lang="en-AU" sz="4400">
              <a:solidFill>
                <a:schemeClr val="bg1"/>
              </a:solidFill>
              <a:latin typeface="Arial"/>
              <a:ea typeface="微软雅黑"/>
            </a:endParaRPr>
          </a:p>
        </p:txBody>
      </p:sp>
      <p:sp>
        <p:nvSpPr>
          <p:cNvPr id="1548028877" name="TextBox 50"/>
          <p:cNvSpPr txBox="1"/>
          <p:nvPr/>
        </p:nvSpPr>
        <p:spPr bwMode="auto">
          <a:xfrm>
            <a:off x="5633955" y="2233681"/>
            <a:ext cx="1590846" cy="22711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zh-CN" sz="1500">
                <a:solidFill>
                  <a:schemeClr val="bg1"/>
                </a:solidFill>
                <a:latin typeface="Arial"/>
                <a:ea typeface="微软雅黑"/>
              </a:rPr>
              <a:t>请替换文字内容</a:t>
            </a:r>
            <a:endParaRPr lang="en-AU" sz="1500">
              <a:solidFill>
                <a:schemeClr val="bg1"/>
              </a:solidFill>
              <a:latin typeface="Arial"/>
              <a:ea typeface="微软雅黑"/>
            </a:endParaRPr>
          </a:p>
        </p:txBody>
      </p:sp>
      <p:sp>
        <p:nvSpPr>
          <p:cNvPr id="238110269" name="Text Placeholder 32"/>
          <p:cNvSpPr txBox="1"/>
          <p:nvPr/>
        </p:nvSpPr>
        <p:spPr bwMode="auto">
          <a:xfrm>
            <a:off x="5633955" y="2562638"/>
            <a:ext cx="1590846" cy="73866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171450" indent="-171450" algn="l" defTabSz="685800" rtl="0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>
                <a:solidFill>
                  <a:schemeClr val="tx1"/>
                </a:solidFill>
                <a:latin typeface="Neris Thin"/>
                <a:ea typeface="+mn-ea"/>
                <a:cs typeface="+mn-cs"/>
              </a:defRPr>
            </a:lvl1pPr>
            <a:lvl2pPr marL="514350" indent="-171450" algn="l" defTabSz="685800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Neris Thin"/>
                <a:ea typeface="+mn-ea"/>
                <a:cs typeface="+mn-cs"/>
              </a:defRPr>
            </a:lvl2pPr>
            <a:lvl3pPr marL="857250" indent="-171450" algn="l" defTabSz="685800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>
                <a:solidFill>
                  <a:schemeClr val="tx1"/>
                </a:solidFill>
                <a:latin typeface="Neris Thin"/>
                <a:ea typeface="+mn-ea"/>
                <a:cs typeface="+mn-cs"/>
              </a:defRPr>
            </a:lvl3pPr>
            <a:lvl4pPr marL="1200150" indent="-171450" algn="l" defTabSz="685800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Neris Thin"/>
                <a:ea typeface="+mn-ea"/>
                <a:cs typeface="+mn-cs"/>
              </a:defRPr>
            </a:lvl4pPr>
            <a:lvl5pPr marL="1543050" indent="-171450" algn="l" defTabSz="685800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Neris Thin"/>
                <a:ea typeface="+mn-ea"/>
                <a:cs typeface="+mn-cs"/>
              </a:defRPr>
            </a:lvl5pPr>
            <a:lvl6pPr marL="1885950" indent="-171450" algn="l" defTabSz="685800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请替换文字内容，修改文字内容，也可以直接复制你的内容到此。请替换文字内容，修改文字内容，也可以直接复制你的内容到此。</a:t>
            </a:r>
            <a:endParaRPr lang="en-US" sz="800">
              <a:solidFill>
                <a:schemeClr val="bg1"/>
              </a:solidFill>
              <a:latin typeface="Arial"/>
              <a:ea typeface="微软雅黑"/>
            </a:endParaRPr>
          </a:p>
        </p:txBody>
      </p:sp>
      <p:sp>
        <p:nvSpPr>
          <p:cNvPr id="1996131847" name="Text Placeholder 32"/>
          <p:cNvSpPr txBox="1"/>
          <p:nvPr/>
        </p:nvSpPr>
        <p:spPr bwMode="auto">
          <a:xfrm>
            <a:off x="1449134" y="4404814"/>
            <a:ext cx="3275291" cy="1313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1450" indent="-171450" algn="l" defTabSz="685800" rtl="0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>
                <a:solidFill>
                  <a:schemeClr val="tx1"/>
                </a:solidFill>
                <a:latin typeface="Neris Thin"/>
                <a:ea typeface="+mn-ea"/>
                <a:cs typeface="+mn-cs"/>
              </a:defRPr>
            </a:lvl1pPr>
            <a:lvl2pPr marL="514350" indent="-171450" algn="l" defTabSz="685800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Neris Thin"/>
                <a:ea typeface="+mn-ea"/>
                <a:cs typeface="+mn-cs"/>
              </a:defRPr>
            </a:lvl2pPr>
            <a:lvl3pPr marL="857250" indent="-171450" algn="l" defTabSz="685800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>
                <a:solidFill>
                  <a:schemeClr val="tx1"/>
                </a:solidFill>
                <a:latin typeface="Neris Thin"/>
                <a:ea typeface="+mn-ea"/>
                <a:cs typeface="+mn-cs"/>
              </a:defRPr>
            </a:lvl3pPr>
            <a:lvl4pPr marL="1200150" indent="-171450" algn="l" defTabSz="685800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Neris Thin"/>
                <a:ea typeface="+mn-ea"/>
                <a:cs typeface="+mn-cs"/>
              </a:defRPr>
            </a:lvl4pPr>
            <a:lvl5pPr marL="1543050" indent="-171450" algn="l" defTabSz="685800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Neris Thin"/>
                <a:ea typeface="+mn-ea"/>
                <a:cs typeface="+mn-cs"/>
              </a:defRPr>
            </a:lvl5pPr>
            <a:lvl6pPr marL="1885950" indent="-171450" algn="l" defTabSz="685800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/>
              <a:buChar char="ü"/>
              <a:defRPr/>
            </a:pP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请替换文字内容，修改文字内容，也可以直接复制你的内容到此。请替换文字内容，修改文字内容，也可以直接复制你的内容到此。</a:t>
            </a:r>
            <a:endParaRPr lang="en-US" sz="800">
              <a:solidFill>
                <a:schemeClr val="bg1"/>
              </a:solidFill>
              <a:latin typeface="Arial"/>
              <a:ea typeface="微软雅黑"/>
            </a:endParaRPr>
          </a:p>
          <a:p>
            <a:pPr>
              <a:lnSpc>
                <a:spcPct val="150000"/>
              </a:lnSpc>
              <a:buFont typeface="Wingdings"/>
              <a:buChar char="ü"/>
              <a:defRPr/>
            </a:pP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请替换文字内容，修改文字内容，也可以直接复制你的内容到此。请替换文字内容，修改文字内容，也可以直接复制你的内容到此。</a:t>
            </a:r>
            <a:endParaRPr lang="en-US" sz="800">
              <a:solidFill>
                <a:schemeClr val="bg1"/>
              </a:solidFill>
              <a:latin typeface="Arial"/>
              <a:ea typeface="微软雅黑"/>
            </a:endParaRPr>
          </a:p>
          <a:p>
            <a:pPr>
              <a:lnSpc>
                <a:spcPct val="150000"/>
              </a:lnSpc>
              <a:buFont typeface="Wingdings"/>
              <a:buChar char="ü"/>
              <a:defRPr/>
            </a:pP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请替换文字内容，修改文字内容，也可以直接复制你的内容到此。请替换文字内容，修改文字内容，也可以直接复制你的内容到此。</a:t>
            </a:r>
            <a:endParaRPr lang="zh-CN" sz="800">
              <a:solidFill>
                <a:schemeClr val="bg1"/>
              </a:solidFill>
              <a:latin typeface="Arial"/>
              <a:ea typeface="微软雅黑"/>
            </a:endParaRPr>
          </a:p>
        </p:txBody>
      </p:sp>
      <p:sp>
        <p:nvSpPr>
          <p:cNvPr id="662532904" name="Text Placeholder 32"/>
          <p:cNvSpPr txBox="1"/>
          <p:nvPr/>
        </p:nvSpPr>
        <p:spPr bwMode="auto">
          <a:xfrm>
            <a:off x="7807011" y="2754891"/>
            <a:ext cx="1697976" cy="276998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171450" indent="-171450" algn="l" defTabSz="685800" rtl="0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>
                <a:solidFill>
                  <a:schemeClr val="tx1"/>
                </a:solidFill>
                <a:latin typeface="Neris Thin"/>
                <a:ea typeface="+mn-ea"/>
                <a:cs typeface="+mn-cs"/>
              </a:defRPr>
            </a:lvl1pPr>
            <a:lvl2pPr marL="514350" indent="-171450" algn="l" defTabSz="685800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Neris Thin"/>
                <a:ea typeface="+mn-ea"/>
                <a:cs typeface="+mn-cs"/>
              </a:defRPr>
            </a:lvl2pPr>
            <a:lvl3pPr marL="857250" indent="-171450" algn="l" defTabSz="685800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>
                <a:solidFill>
                  <a:schemeClr val="tx1"/>
                </a:solidFill>
                <a:latin typeface="Neris Thin"/>
                <a:ea typeface="+mn-ea"/>
                <a:cs typeface="+mn-cs"/>
              </a:defRPr>
            </a:lvl3pPr>
            <a:lvl4pPr marL="1200150" indent="-171450" algn="l" defTabSz="685800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Neris Thin"/>
                <a:ea typeface="+mn-ea"/>
                <a:cs typeface="+mn-cs"/>
              </a:defRPr>
            </a:lvl4pPr>
            <a:lvl5pPr marL="1543050" indent="-171450" algn="l" defTabSz="685800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Neris Thin"/>
                <a:ea typeface="+mn-ea"/>
                <a:cs typeface="+mn-cs"/>
              </a:defRPr>
            </a:lvl5pPr>
            <a:lvl6pPr marL="1885950" indent="-171450" algn="l" defTabSz="685800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  <a:defRPr/>
            </a:pP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请替换文字内容，修改文字内容，也可以直接复制你的内容到此。请替换文字内容，修改文字内容，也可以直接复制你的内容到此。请替换文字内容，修改文字内容，也可以直接复制你的内容到此。请替换文字内容，修改文字内容，也可以直接复制你的内容到此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。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请替换文字内容，修改文字内容，也可以直接复制你的内容到此。请替换文字内容，修改文字内容，也可以直接复制你的内容到此。请替换文字内容，修改文字内容，也可以直接复制你的内容到此。请替换文字内容，修改文字内容，也可以直接复制你的内容到此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。</a:t>
            </a:r>
            <a:endParaRPr lang="en-US" sz="800">
              <a:solidFill>
                <a:schemeClr val="bg1"/>
              </a:solidFill>
              <a:latin typeface="Arial"/>
              <a:ea typeface="微软雅黑"/>
            </a:endParaRPr>
          </a:p>
        </p:txBody>
      </p:sp>
      <p:sp>
        <p:nvSpPr>
          <p:cNvPr id="794606774" name="TextBox 8"/>
          <p:cNvSpPr txBox="1"/>
          <p:nvPr/>
        </p:nvSpPr>
        <p:spPr bwMode="auto"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en-US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2030</a:t>
            </a:r>
            <a:r>
              <a:rPr lang="zh-CN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年度</a:t>
            </a:r>
            <a:r>
              <a:rPr lang="zh-CN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工作概述</a:t>
            </a:r>
            <a:endParaRPr lang="zh-CN" sz="40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468429897" name="TextBox 8"/>
          <p:cNvSpPr txBox="1"/>
          <p:nvPr/>
        </p:nvSpPr>
        <p:spPr bwMode="auto">
          <a:xfrm>
            <a:off x="5025515" y="743527"/>
            <a:ext cx="2807720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2030 </a:t>
            </a: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ANNUAL WORK SUMMARY</a:t>
            </a:r>
            <a:endParaRPr lang="zh-CN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grpSp>
        <p:nvGrpSpPr>
          <p:cNvPr id="331854219" name="组合 17"/>
          <p:cNvGrpSpPr/>
          <p:nvPr/>
        </p:nvGrpSpPr>
        <p:grpSpPr bwMode="auto"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19" name="直接连接符 18"/>
            <p:cNvCxnSpPr/>
            <p:nvPr/>
          </p:nvCxnSpPr>
          <p:spPr bwMode="auto"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 bwMode="auto"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313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24313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899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70899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6292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084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63084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84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484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18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1018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249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247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22247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0181138" grpId="0" animBg="1"/>
      <p:bldP spid="1824313621" grpId="0" animBg="1"/>
      <p:bldP spid="1122247778" grpId="0" animBg="1"/>
      <p:bldP spid="266292150" grpId="0" animBg="1"/>
      <p:bldP spid="394843192" grpId="0" animBg="1"/>
      <p:bldP spid="1063084016" grpId="0" animBg="1"/>
      <p:bldP spid="102496044" grpId="0" animBg="1"/>
      <p:bldP spid="87089929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7472988" name="Round Same Side Corner Rectangle 4"/>
          <p:cNvSpPr/>
          <p:nvPr/>
        </p:nvSpPr>
        <p:spPr bwMode="auto">
          <a:xfrm>
            <a:off x="5408617" y="1765611"/>
            <a:ext cx="489569" cy="546684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  <a:defRPr/>
            </a:pPr>
            <a:endParaRPr lang="en-GB" sz="950">
              <a:latin typeface="Arial"/>
              <a:ea typeface="微软雅黑"/>
              <a:cs typeface="+mn-ea"/>
            </a:endParaRPr>
          </a:p>
        </p:txBody>
      </p:sp>
      <p:grpSp>
        <p:nvGrpSpPr>
          <p:cNvPr id="627421867" name="Group 33"/>
          <p:cNvGrpSpPr/>
          <p:nvPr/>
        </p:nvGrpSpPr>
        <p:grpSpPr bwMode="auto">
          <a:xfrm>
            <a:off x="5408619" y="2379507"/>
            <a:ext cx="3451700" cy="543268"/>
            <a:chOff x="5128064" y="2256183"/>
            <a:chExt cx="3273083" cy="515155"/>
          </a:xfrm>
        </p:grpSpPr>
        <p:sp>
          <p:nvSpPr>
            <p:cNvPr id="4" name="Pentagon 3"/>
            <p:cNvSpPr/>
            <p:nvPr/>
          </p:nvSpPr>
          <p:spPr bwMode="auto">
            <a:xfrm>
              <a:off x="5128064" y="2256184"/>
              <a:ext cx="3273083" cy="515154"/>
            </a:xfrm>
            <a:prstGeom prst="homePlate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sz="1400">
                  <a:latin typeface="Arial"/>
                  <a:ea typeface="微软雅黑"/>
                  <a:cs typeface="+mn-ea"/>
                </a:rPr>
                <a:t>请替换文字内容</a:t>
              </a:r>
              <a:endParaRPr lang="en-GB" sz="140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5128064" y="2256183"/>
              <a:ext cx="464234" cy="51515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endParaRPr lang="en-GB" sz="1400"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295524124" name="Group 34"/>
          <p:cNvGrpSpPr/>
          <p:nvPr/>
        </p:nvGrpSpPr>
        <p:grpSpPr bwMode="auto">
          <a:xfrm>
            <a:off x="5408619" y="3264225"/>
            <a:ext cx="3451700" cy="543268"/>
            <a:chOff x="5128064" y="3095119"/>
            <a:chExt cx="3273083" cy="515155"/>
          </a:xfrm>
        </p:grpSpPr>
        <p:sp>
          <p:nvSpPr>
            <p:cNvPr id="6" name="Pentagon 5"/>
            <p:cNvSpPr/>
            <p:nvPr/>
          </p:nvSpPr>
          <p:spPr bwMode="auto">
            <a:xfrm>
              <a:off x="5128064" y="3095119"/>
              <a:ext cx="3273083" cy="515154"/>
            </a:xfrm>
            <a:prstGeom prst="homePlat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sz="1400">
                  <a:latin typeface="Arial"/>
                  <a:ea typeface="微软雅黑"/>
                  <a:cs typeface="+mn-ea"/>
                </a:rPr>
                <a:t>请替换文字内容</a:t>
              </a:r>
              <a:endParaRPr lang="en-GB" sz="140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5128064" y="3095119"/>
              <a:ext cx="464234" cy="51515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endParaRPr lang="en-GB" sz="1400"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1378903182" name="Group 35"/>
          <p:cNvGrpSpPr/>
          <p:nvPr/>
        </p:nvGrpSpPr>
        <p:grpSpPr bwMode="auto">
          <a:xfrm>
            <a:off x="5408619" y="4148941"/>
            <a:ext cx="3451700" cy="543268"/>
            <a:chOff x="5128064" y="3934054"/>
            <a:chExt cx="3273083" cy="515155"/>
          </a:xfrm>
        </p:grpSpPr>
        <p:sp>
          <p:nvSpPr>
            <p:cNvPr id="7" name="Pentagon 6"/>
            <p:cNvSpPr/>
            <p:nvPr/>
          </p:nvSpPr>
          <p:spPr bwMode="auto">
            <a:xfrm>
              <a:off x="5128064" y="3934054"/>
              <a:ext cx="3273083" cy="515154"/>
            </a:xfrm>
            <a:prstGeom prst="homePlat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sz="1400">
                  <a:latin typeface="Arial"/>
                  <a:ea typeface="微软雅黑"/>
                  <a:cs typeface="+mn-ea"/>
                </a:rPr>
                <a:t>请替换文字内容</a:t>
              </a:r>
              <a:endParaRPr lang="en-GB" sz="140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5128064" y="3934054"/>
              <a:ext cx="464234" cy="515155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endParaRPr lang="en-GB" sz="1400"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1160298683" name="Group 36"/>
          <p:cNvGrpSpPr/>
          <p:nvPr/>
        </p:nvGrpSpPr>
        <p:grpSpPr bwMode="auto">
          <a:xfrm>
            <a:off x="5408618" y="5033658"/>
            <a:ext cx="3451701" cy="543269"/>
            <a:chOff x="5128064" y="4772988"/>
            <a:chExt cx="3273084" cy="515156"/>
          </a:xfrm>
        </p:grpSpPr>
        <p:sp>
          <p:nvSpPr>
            <p:cNvPr id="8" name="Pentagon 7"/>
            <p:cNvSpPr/>
            <p:nvPr/>
          </p:nvSpPr>
          <p:spPr bwMode="auto">
            <a:xfrm>
              <a:off x="5128065" y="4772990"/>
              <a:ext cx="3273083" cy="515154"/>
            </a:xfrm>
            <a:prstGeom prst="homePlat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sz="1400">
                  <a:latin typeface="Arial"/>
                  <a:ea typeface="微软雅黑"/>
                  <a:cs typeface="+mn-ea"/>
                </a:rPr>
                <a:t>请替换文字内容</a:t>
              </a:r>
              <a:endParaRPr lang="en-GB" sz="140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5128064" y="4772988"/>
              <a:ext cx="464234" cy="515155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endParaRPr lang="en-GB" sz="1400"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1874444774" name="Group 14"/>
          <p:cNvGrpSpPr/>
          <p:nvPr/>
        </p:nvGrpSpPr>
        <p:grpSpPr bwMode="auto">
          <a:xfrm>
            <a:off x="9057322" y="2233528"/>
            <a:ext cx="2541032" cy="870320"/>
            <a:chOff x="8451509" y="2034687"/>
            <a:chExt cx="3254568" cy="825279"/>
          </a:xfrm>
        </p:grpSpPr>
        <p:sp>
          <p:nvSpPr>
            <p:cNvPr id="13" name="TextBox 12"/>
            <p:cNvSpPr txBox="1"/>
            <p:nvPr/>
          </p:nvSpPr>
          <p:spPr bwMode="auto">
            <a:xfrm>
              <a:off x="8451509" y="2034687"/>
              <a:ext cx="1846179" cy="3115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sz="14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请替换文字内容</a:t>
              </a:r>
              <a:endParaRPr lang="en-GB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4" name="Rectangle 13"/>
            <p:cNvSpPr/>
            <p:nvPr/>
          </p:nvSpPr>
          <p:spPr bwMode="auto">
            <a:xfrm>
              <a:off x="8508022" y="2365039"/>
              <a:ext cx="3198055" cy="494927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en-US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Please replace text, click add relevant headline, modify the text content, also can copy your content to this directly.</a:t>
              </a:r>
              <a:endParaRPr lang="en-GB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648684506" name="Group 15"/>
          <p:cNvGrpSpPr/>
          <p:nvPr/>
        </p:nvGrpSpPr>
        <p:grpSpPr bwMode="auto">
          <a:xfrm>
            <a:off x="9057322" y="3118243"/>
            <a:ext cx="2496908" cy="870320"/>
            <a:chOff x="8508022" y="2034687"/>
            <a:chExt cx="3198055" cy="825279"/>
          </a:xfrm>
        </p:grpSpPr>
        <p:sp>
          <p:nvSpPr>
            <p:cNvPr id="17" name="TextBox 16"/>
            <p:cNvSpPr txBox="1"/>
            <p:nvPr/>
          </p:nvSpPr>
          <p:spPr bwMode="auto">
            <a:xfrm>
              <a:off x="8514715" y="2034687"/>
              <a:ext cx="1846180" cy="3115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sz="14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请替换文字内容</a:t>
              </a:r>
              <a:endParaRPr lang="en-GB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8508022" y="2365039"/>
              <a:ext cx="3198055" cy="494927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en-US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Please replace text, click add relevant headline, modify the text content, also can copy your content to this directly.</a:t>
              </a:r>
              <a:endParaRPr lang="en-GB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385826150" name="Group 18"/>
          <p:cNvGrpSpPr/>
          <p:nvPr/>
        </p:nvGrpSpPr>
        <p:grpSpPr bwMode="auto">
          <a:xfrm>
            <a:off x="9057322" y="4887675"/>
            <a:ext cx="2496909" cy="870319"/>
            <a:chOff x="8508022" y="2034687"/>
            <a:chExt cx="3198055" cy="825280"/>
          </a:xfrm>
        </p:grpSpPr>
        <p:sp>
          <p:nvSpPr>
            <p:cNvPr id="20" name="TextBox 19"/>
            <p:cNvSpPr txBox="1"/>
            <p:nvPr/>
          </p:nvSpPr>
          <p:spPr bwMode="auto">
            <a:xfrm>
              <a:off x="8514343" y="2034687"/>
              <a:ext cx="1846179" cy="3115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sz="14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请替换文字内容</a:t>
              </a:r>
              <a:endParaRPr lang="en-GB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21" name="Rectangle 20"/>
            <p:cNvSpPr/>
            <p:nvPr/>
          </p:nvSpPr>
          <p:spPr bwMode="auto">
            <a:xfrm>
              <a:off x="8508022" y="2365039"/>
              <a:ext cx="3198055" cy="494928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en-US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Please replace text, click add relevant headline, modify the text content, also can copy your content to this directly.</a:t>
              </a:r>
              <a:endParaRPr lang="en-GB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652906534" name="Group 21"/>
          <p:cNvGrpSpPr/>
          <p:nvPr/>
        </p:nvGrpSpPr>
        <p:grpSpPr bwMode="auto">
          <a:xfrm>
            <a:off x="9057322" y="4002958"/>
            <a:ext cx="2522171" cy="870320"/>
            <a:chOff x="8475665" y="2034687"/>
            <a:chExt cx="3230412" cy="825279"/>
          </a:xfrm>
        </p:grpSpPr>
        <p:sp>
          <p:nvSpPr>
            <p:cNvPr id="23" name="TextBox 22"/>
            <p:cNvSpPr txBox="1"/>
            <p:nvPr/>
          </p:nvSpPr>
          <p:spPr bwMode="auto">
            <a:xfrm>
              <a:off x="8475665" y="2034687"/>
              <a:ext cx="1909828" cy="3115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sz="14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请替换文字内容 </a:t>
              </a:r>
              <a:endParaRPr lang="en-GB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24" name="Rectangle 23"/>
            <p:cNvSpPr/>
            <p:nvPr/>
          </p:nvSpPr>
          <p:spPr bwMode="auto">
            <a:xfrm>
              <a:off x="8508022" y="2365039"/>
              <a:ext cx="3198055" cy="494927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en-US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Please replace text, click add relevant headline, modify the text content, also can copy your content to this directly.</a:t>
              </a:r>
              <a:endParaRPr lang="en-GB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829629906" name="Group 37"/>
          <p:cNvGrpSpPr/>
          <p:nvPr/>
        </p:nvGrpSpPr>
        <p:grpSpPr bwMode="auto">
          <a:xfrm>
            <a:off x="1341397" y="2379505"/>
            <a:ext cx="4064898" cy="3197420"/>
            <a:chOff x="689317" y="2256183"/>
            <a:chExt cx="3854548" cy="3031960"/>
          </a:xfrm>
        </p:grpSpPr>
        <p:sp>
          <p:nvSpPr>
            <p:cNvPr id="28" name="Rectangle 27"/>
            <p:cNvSpPr/>
            <p:nvPr/>
          </p:nvSpPr>
          <p:spPr bwMode="auto">
            <a:xfrm>
              <a:off x="689317" y="2256183"/>
              <a:ext cx="3854548" cy="30319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defRPr/>
              </a:pPr>
              <a:endParaRPr lang="en-GB" sz="95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29" name="TextBox 28"/>
            <p:cNvSpPr txBox="1"/>
            <p:nvPr/>
          </p:nvSpPr>
          <p:spPr bwMode="auto">
            <a:xfrm>
              <a:off x="1103992" y="2777120"/>
              <a:ext cx="1455026" cy="311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sz="14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请替换文字内容 </a:t>
              </a:r>
              <a:endParaRPr lang="en-GB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30" name="Rectangle 29"/>
            <p:cNvSpPr/>
            <p:nvPr/>
          </p:nvSpPr>
          <p:spPr bwMode="auto">
            <a:xfrm>
              <a:off x="1129140" y="3077845"/>
              <a:ext cx="3004396" cy="355692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  <a:defRPr/>
              </a:pPr>
              <a:r>
                <a:rPr lang="en-US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Please replace text, click add relevant headline, modify the text content, also can copy your content to this directly.</a:t>
              </a:r>
              <a:r>
                <a:rPr lang="zh-CN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。</a:t>
              </a:r>
              <a:endParaRPr lang="en-GB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1129140" y="4123237"/>
              <a:ext cx="3004396" cy="355692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en-US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Please replace text, click add relevant headline, modify the text content, also can copy your content to this directly.</a:t>
              </a:r>
              <a:r>
                <a:rPr lang="zh-CN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。</a:t>
              </a:r>
              <a:endParaRPr lang="en-GB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sp>
        <p:nvSpPr>
          <p:cNvPr id="1239378166" name="TextBox 8"/>
          <p:cNvSpPr txBox="1"/>
          <p:nvPr/>
        </p:nvSpPr>
        <p:spPr bwMode="auto"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en-US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2030</a:t>
            </a:r>
            <a:r>
              <a:rPr lang="zh-CN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年度</a:t>
            </a:r>
            <a:r>
              <a:rPr lang="zh-CN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工作概述</a:t>
            </a:r>
            <a:endParaRPr lang="zh-CN" sz="40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928502324" name="TextBox 8"/>
          <p:cNvSpPr txBox="1"/>
          <p:nvPr/>
        </p:nvSpPr>
        <p:spPr bwMode="auto">
          <a:xfrm>
            <a:off x="5025515" y="743527"/>
            <a:ext cx="2807720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2030 </a:t>
            </a: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ANNUAL WORK SUMMARY</a:t>
            </a:r>
            <a:endParaRPr lang="zh-CN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grpSp>
        <p:nvGrpSpPr>
          <p:cNvPr id="2101858522" name="组合 38"/>
          <p:cNvGrpSpPr/>
          <p:nvPr/>
        </p:nvGrpSpPr>
        <p:grpSpPr bwMode="auto"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40" name="直接连接符 39"/>
            <p:cNvCxnSpPr/>
            <p:nvPr/>
          </p:nvCxnSpPr>
          <p:spPr bwMode="auto"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 bwMode="auto"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472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97472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42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27421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524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5524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903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78903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29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6029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444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74444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684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48684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90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52906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82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582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29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296299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29629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29629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747298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3284196" name="Rectangle 4"/>
          <p:cNvSpPr/>
          <p:nvPr/>
        </p:nvSpPr>
        <p:spPr bwMode="auto">
          <a:xfrm>
            <a:off x="374821" y="1445953"/>
            <a:ext cx="4011895" cy="2450259"/>
          </a:xfrm>
          <a:prstGeom prst="rect">
            <a:avLst/>
          </a:prstGeom>
          <a:blipFill rotWithShape="1">
            <a:blip r:embed="rId3"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en-US" sz="2100">
              <a:latin typeface="Arial"/>
              <a:ea typeface="微软雅黑"/>
            </a:endParaRPr>
          </a:p>
        </p:txBody>
      </p:sp>
      <p:sp>
        <p:nvSpPr>
          <p:cNvPr id="1527390696" name="Rectangle 5"/>
          <p:cNvSpPr/>
          <p:nvPr/>
        </p:nvSpPr>
        <p:spPr bwMode="auto">
          <a:xfrm>
            <a:off x="374821" y="3946416"/>
            <a:ext cx="4011895" cy="18090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en-US" sz="2100">
              <a:latin typeface="Arial"/>
              <a:ea typeface="微软雅黑"/>
            </a:endParaRPr>
          </a:p>
        </p:txBody>
      </p:sp>
      <p:cxnSp>
        <p:nvCxnSpPr>
          <p:cNvPr id="1491286760" name="Straight Connector 12"/>
          <p:cNvCxnSpPr/>
          <p:nvPr/>
        </p:nvCxnSpPr>
        <p:spPr bwMode="auto">
          <a:xfrm>
            <a:off x="809658" y="5909406"/>
            <a:ext cx="11236161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103592" name="TextBox 13"/>
          <p:cNvSpPr txBox="1"/>
          <p:nvPr/>
        </p:nvSpPr>
        <p:spPr bwMode="auto">
          <a:xfrm>
            <a:off x="812800" y="5971634"/>
            <a:ext cx="11233150" cy="553998"/>
          </a:xfrm>
          <a:prstGeom prst="rect">
            <a:avLst/>
          </a:prstGeom>
          <a:noFill/>
        </p:spPr>
        <p:txBody>
          <a:bodyPr wrap="square" lIns="0" tIns="0" rIns="0" bIns="0" numCol="1" spcCol="36000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请替换文字内容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修改文字内容，也可以直接复制你的内容到此。</a:t>
            </a:r>
            <a:endParaRPr lang="zh-CN" sz="8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406093270" name="TextBox 14"/>
          <p:cNvSpPr txBox="1"/>
          <p:nvPr/>
        </p:nvSpPr>
        <p:spPr bwMode="auto">
          <a:xfrm>
            <a:off x="741691" y="4369404"/>
            <a:ext cx="3273278" cy="954107"/>
          </a:xfrm>
          <a:prstGeom prst="rect">
            <a:avLst/>
          </a:prstGeom>
          <a:noFill/>
        </p:spPr>
        <p:txBody>
          <a:bodyPr wrap="square" lIns="0" tIns="0" rIns="0" bIns="0" numCol="1" spcCol="360000">
            <a:spAutoFit/>
          </a:bodyPr>
          <a:lstStyle/>
          <a:p>
            <a:pPr algn="just">
              <a:defRPr/>
            </a:pPr>
            <a:r>
              <a:rPr lang="zh-CN" sz="1400">
                <a:solidFill>
                  <a:schemeClr val="bg1"/>
                </a:solidFill>
                <a:latin typeface="Arial"/>
                <a:ea typeface="微软雅黑"/>
              </a:rPr>
              <a:t>点击请替换文字内容</a:t>
            </a:r>
            <a:endParaRPr lang="zh-CN" sz="1400">
              <a:solidFill>
                <a:schemeClr val="bg1"/>
              </a:solidFill>
              <a:latin typeface="Arial"/>
              <a:ea typeface="微软雅黑"/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请替换文字内容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修改文字内容，也可以直接复制你的内容到此。</a:t>
            </a:r>
            <a:endParaRPr lang="zh-CN" sz="800">
              <a:solidFill>
                <a:schemeClr val="bg1"/>
              </a:solidFill>
              <a:latin typeface="Arial"/>
              <a:ea typeface="微软雅黑"/>
            </a:endParaRPr>
          </a:p>
        </p:txBody>
      </p:sp>
      <p:sp>
        <p:nvSpPr>
          <p:cNvPr id="2111674984" name="Rectangle 16"/>
          <p:cNvSpPr/>
          <p:nvPr/>
        </p:nvSpPr>
        <p:spPr bwMode="auto">
          <a:xfrm>
            <a:off x="4448819" y="1445953"/>
            <a:ext cx="4011895" cy="2450259"/>
          </a:xfrm>
          <a:prstGeom prst="rect">
            <a:avLst/>
          </a:prstGeom>
          <a:blipFill rotWithShape="1">
            <a:blip r:embed="rId4"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en-US" sz="2100">
              <a:latin typeface="Arial"/>
              <a:ea typeface="微软雅黑"/>
            </a:endParaRPr>
          </a:p>
        </p:txBody>
      </p:sp>
      <p:sp>
        <p:nvSpPr>
          <p:cNvPr id="1632686798" name="Rectangle 17"/>
          <p:cNvSpPr/>
          <p:nvPr/>
        </p:nvSpPr>
        <p:spPr bwMode="auto">
          <a:xfrm>
            <a:off x="4448819" y="3946416"/>
            <a:ext cx="4011895" cy="18090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en-US" sz="2100">
              <a:latin typeface="Arial"/>
              <a:ea typeface="微软雅黑"/>
            </a:endParaRPr>
          </a:p>
        </p:txBody>
      </p:sp>
      <p:sp>
        <p:nvSpPr>
          <p:cNvPr id="400063169" name="TextBox 18"/>
          <p:cNvSpPr txBox="1"/>
          <p:nvPr/>
        </p:nvSpPr>
        <p:spPr bwMode="auto">
          <a:xfrm>
            <a:off x="4815693" y="4406338"/>
            <a:ext cx="3273278" cy="954107"/>
          </a:xfrm>
          <a:prstGeom prst="rect">
            <a:avLst/>
          </a:prstGeom>
          <a:noFill/>
        </p:spPr>
        <p:txBody>
          <a:bodyPr wrap="square" lIns="0" tIns="0" rIns="0" bIns="0" numCol="1" spcCol="360000">
            <a:spAutoFit/>
          </a:bodyPr>
          <a:lstStyle/>
          <a:p>
            <a:pPr algn="just">
              <a:defRPr/>
            </a:pPr>
            <a:r>
              <a:rPr lang="zh-CN" sz="1400">
                <a:solidFill>
                  <a:schemeClr val="bg1"/>
                </a:solidFill>
                <a:latin typeface="Arial"/>
                <a:ea typeface="微软雅黑"/>
              </a:rPr>
              <a:t>点击请替换文字内容</a:t>
            </a:r>
            <a:endParaRPr lang="zh-CN" sz="1400">
              <a:solidFill>
                <a:schemeClr val="bg1"/>
              </a:solidFill>
              <a:latin typeface="Arial"/>
              <a:ea typeface="微软雅黑"/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请替换文字内容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修改文字内容，也可以直接复制你的内容到此。</a:t>
            </a:r>
            <a:endParaRPr lang="zh-CN" sz="800">
              <a:solidFill>
                <a:schemeClr val="bg1"/>
              </a:solidFill>
              <a:latin typeface="Arial"/>
              <a:ea typeface="微软雅黑"/>
            </a:endParaRPr>
          </a:p>
        </p:txBody>
      </p:sp>
      <p:sp>
        <p:nvSpPr>
          <p:cNvPr id="996227461" name="Rectangle 19"/>
          <p:cNvSpPr/>
          <p:nvPr/>
        </p:nvSpPr>
        <p:spPr bwMode="auto">
          <a:xfrm>
            <a:off x="8522818" y="1445953"/>
            <a:ext cx="4011895" cy="2450259"/>
          </a:xfrm>
          <a:prstGeom prst="rect">
            <a:avLst/>
          </a:prstGeom>
          <a:blipFill rotWithShape="1">
            <a:blip r:embed="rId5"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en-US" sz="2100">
              <a:latin typeface="Arial"/>
              <a:ea typeface="微软雅黑"/>
            </a:endParaRPr>
          </a:p>
        </p:txBody>
      </p:sp>
      <p:sp>
        <p:nvSpPr>
          <p:cNvPr id="1186867116" name="Rectangle 20"/>
          <p:cNvSpPr/>
          <p:nvPr/>
        </p:nvSpPr>
        <p:spPr bwMode="auto">
          <a:xfrm>
            <a:off x="8522818" y="3946416"/>
            <a:ext cx="4011895" cy="1809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en-US" sz="2100">
              <a:latin typeface="Arial"/>
              <a:ea typeface="微软雅黑"/>
            </a:endParaRPr>
          </a:p>
        </p:txBody>
      </p:sp>
      <p:sp>
        <p:nvSpPr>
          <p:cNvPr id="1206808110" name="TextBox 21"/>
          <p:cNvSpPr txBox="1"/>
          <p:nvPr/>
        </p:nvSpPr>
        <p:spPr bwMode="auto">
          <a:xfrm>
            <a:off x="8889693" y="4406338"/>
            <a:ext cx="3273278" cy="954107"/>
          </a:xfrm>
          <a:prstGeom prst="rect">
            <a:avLst/>
          </a:prstGeom>
          <a:noFill/>
        </p:spPr>
        <p:txBody>
          <a:bodyPr wrap="square" lIns="0" tIns="0" rIns="0" bIns="0" numCol="1" spcCol="360000">
            <a:spAutoFit/>
          </a:bodyPr>
          <a:lstStyle/>
          <a:p>
            <a:pPr algn="just">
              <a:defRPr/>
            </a:pPr>
            <a:r>
              <a:rPr lang="zh-CN" sz="1400">
                <a:solidFill>
                  <a:schemeClr val="bg1"/>
                </a:solidFill>
                <a:latin typeface="Arial"/>
                <a:ea typeface="微软雅黑"/>
              </a:rPr>
              <a:t>点击请替换文字内容</a:t>
            </a:r>
            <a:endParaRPr lang="zh-CN" sz="1400">
              <a:solidFill>
                <a:schemeClr val="bg1"/>
              </a:solidFill>
              <a:latin typeface="Arial"/>
              <a:ea typeface="微软雅黑"/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请替换文字内容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修改文字内容，也可以直接复制你的内容到此。</a:t>
            </a:r>
            <a:endParaRPr lang="zh-CN" sz="800">
              <a:solidFill>
                <a:schemeClr val="bg1"/>
              </a:solidFill>
              <a:latin typeface="Arial"/>
              <a:ea typeface="微软雅黑"/>
            </a:endParaRPr>
          </a:p>
        </p:txBody>
      </p:sp>
      <p:sp>
        <p:nvSpPr>
          <p:cNvPr id="1991569170" name="TextBox 8"/>
          <p:cNvSpPr txBox="1"/>
          <p:nvPr/>
        </p:nvSpPr>
        <p:spPr bwMode="auto"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en-US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2030</a:t>
            </a:r>
            <a:r>
              <a:rPr lang="zh-CN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年度</a:t>
            </a:r>
            <a:r>
              <a:rPr lang="zh-CN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工作概述</a:t>
            </a:r>
            <a:endParaRPr lang="zh-CN" sz="40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1031595657" name="TextBox 8"/>
          <p:cNvSpPr txBox="1"/>
          <p:nvPr/>
        </p:nvSpPr>
        <p:spPr bwMode="auto">
          <a:xfrm>
            <a:off x="5025515" y="743527"/>
            <a:ext cx="2807720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2030 </a:t>
            </a: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ANNUAL WORK SUMMARY</a:t>
            </a:r>
            <a:endParaRPr lang="zh-CN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grpSp>
        <p:nvGrpSpPr>
          <p:cNvPr id="739005481" name="组合 23"/>
          <p:cNvGrpSpPr/>
          <p:nvPr/>
        </p:nvGrpSpPr>
        <p:grpSpPr bwMode="auto"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25" name="直接连接符 24"/>
            <p:cNvCxnSpPr/>
            <p:nvPr/>
          </p:nvCxnSpPr>
          <p:spPr bwMode="auto"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 bwMode="auto"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28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63284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63284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390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273906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273906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286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912867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91286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0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536103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536103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09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6093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6093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674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11674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11674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686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32686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32686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63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00063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0063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22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96227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96227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86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86867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86867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808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06808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06808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3284196" grpId="0" animBg="1"/>
      <p:bldP spid="1527390696" grpId="0" animBg="1"/>
      <p:bldP spid="1536103592" grpId="0"/>
      <p:bldP spid="406093270" grpId="0"/>
      <p:bldP spid="2111674984" grpId="0" animBg="1"/>
      <p:bldP spid="1632686798" grpId="0" animBg="1"/>
      <p:bldP spid="400063169" grpId="0"/>
      <p:bldP spid="996227461" grpId="0" animBg="1"/>
      <p:bldP spid="1186867116" grpId="0" animBg="1"/>
      <p:bldP spid="12068081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35604887" name="Group 39"/>
          <p:cNvGrpSpPr/>
          <p:nvPr/>
        </p:nvGrpSpPr>
        <p:grpSpPr bwMode="auto">
          <a:xfrm>
            <a:off x="6073079" y="2366643"/>
            <a:ext cx="692092" cy="692092"/>
            <a:chOff x="6369311" y="2040370"/>
            <a:chExt cx="755703" cy="755703"/>
          </a:xfrm>
        </p:grpSpPr>
        <p:sp>
          <p:nvSpPr>
            <p:cNvPr id="8" name="Oval 7"/>
            <p:cNvSpPr/>
            <p:nvPr/>
          </p:nvSpPr>
          <p:spPr bwMode="auto">
            <a:xfrm>
              <a:off x="6369311" y="2040370"/>
              <a:ext cx="755703" cy="75570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defRPr/>
              </a:pPr>
              <a:endParaRPr lang="en-GB" sz="1600" b="1">
                <a:solidFill>
                  <a:schemeClr val="bg1"/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2" name="TextBox 11"/>
            <p:cNvSpPr txBox="1"/>
            <p:nvPr/>
          </p:nvSpPr>
          <p:spPr bwMode="auto">
            <a:xfrm>
              <a:off x="6422299" y="2208373"/>
              <a:ext cx="649725" cy="423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>
                <a:lnSpc>
                  <a:spcPct val="120000"/>
                </a:lnSpc>
                <a:defRPr/>
              </a:pPr>
              <a:r>
                <a:rPr lang="en-US" sz="1600" b="1">
                  <a:solidFill>
                    <a:schemeClr val="bg1"/>
                  </a:solidFill>
                  <a:latin typeface="Arial"/>
                  <a:ea typeface="微软雅黑"/>
                  <a:cs typeface="+mn-ea"/>
                </a:rPr>
                <a:t>93%</a:t>
              </a:r>
              <a:endParaRPr lang="en-GB" sz="1600" b="1">
                <a:solidFill>
                  <a:schemeClr val="bg1"/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538343804" name="Group 40"/>
          <p:cNvGrpSpPr/>
          <p:nvPr/>
        </p:nvGrpSpPr>
        <p:grpSpPr bwMode="auto">
          <a:xfrm>
            <a:off x="6073079" y="3238584"/>
            <a:ext cx="692092" cy="692092"/>
            <a:chOff x="6369311" y="2992454"/>
            <a:chExt cx="755703" cy="755703"/>
          </a:xfrm>
        </p:grpSpPr>
        <p:sp>
          <p:nvSpPr>
            <p:cNvPr id="9" name="Oval 8"/>
            <p:cNvSpPr/>
            <p:nvPr/>
          </p:nvSpPr>
          <p:spPr bwMode="auto">
            <a:xfrm>
              <a:off x="6369311" y="2992454"/>
              <a:ext cx="755703" cy="75570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defRPr/>
              </a:pPr>
              <a:endParaRPr lang="en-GB" sz="1600">
                <a:solidFill>
                  <a:schemeClr val="bg1"/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3" name="TextBox 12"/>
            <p:cNvSpPr txBox="1"/>
            <p:nvPr/>
          </p:nvSpPr>
          <p:spPr bwMode="auto">
            <a:xfrm>
              <a:off x="6422299" y="3160455"/>
              <a:ext cx="649725" cy="423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>
                <a:lnSpc>
                  <a:spcPct val="120000"/>
                </a:lnSpc>
                <a:defRPr/>
              </a:pPr>
              <a:r>
                <a:rPr lang="en-US" sz="1600" b="1">
                  <a:solidFill>
                    <a:schemeClr val="bg1"/>
                  </a:solidFill>
                  <a:latin typeface="Arial"/>
                  <a:ea typeface="微软雅黑"/>
                  <a:cs typeface="+mn-ea"/>
                </a:rPr>
                <a:t>82%</a:t>
              </a:r>
              <a:endParaRPr lang="en-GB" sz="1600" b="1">
                <a:solidFill>
                  <a:schemeClr val="bg1"/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121816165" name="Group 41"/>
          <p:cNvGrpSpPr/>
          <p:nvPr/>
        </p:nvGrpSpPr>
        <p:grpSpPr bwMode="auto">
          <a:xfrm>
            <a:off x="6073079" y="4110525"/>
            <a:ext cx="692092" cy="692092"/>
            <a:chOff x="6369310" y="3944537"/>
            <a:chExt cx="755703" cy="755703"/>
          </a:xfrm>
        </p:grpSpPr>
        <p:sp>
          <p:nvSpPr>
            <p:cNvPr id="11" name="Oval 10"/>
            <p:cNvSpPr/>
            <p:nvPr/>
          </p:nvSpPr>
          <p:spPr bwMode="auto">
            <a:xfrm>
              <a:off x="6369310" y="3944537"/>
              <a:ext cx="755703" cy="75570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defRPr/>
              </a:pPr>
              <a:endParaRPr lang="en-GB" sz="1600">
                <a:solidFill>
                  <a:schemeClr val="bg1"/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4" name="TextBox 13"/>
            <p:cNvSpPr txBox="1"/>
            <p:nvPr/>
          </p:nvSpPr>
          <p:spPr bwMode="auto">
            <a:xfrm>
              <a:off x="6422298" y="4114593"/>
              <a:ext cx="649725" cy="423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>
                <a:lnSpc>
                  <a:spcPct val="120000"/>
                </a:lnSpc>
                <a:defRPr/>
              </a:pPr>
              <a:r>
                <a:rPr lang="en-US" sz="1600" b="1">
                  <a:solidFill>
                    <a:schemeClr val="bg1"/>
                  </a:solidFill>
                  <a:latin typeface="Arial"/>
                  <a:ea typeface="微软雅黑"/>
                  <a:cs typeface="+mn-ea"/>
                </a:rPr>
                <a:t>70%</a:t>
              </a:r>
              <a:endParaRPr lang="en-GB" sz="1600" b="1">
                <a:solidFill>
                  <a:schemeClr val="bg1"/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715905465" name="Group 42"/>
          <p:cNvGrpSpPr/>
          <p:nvPr/>
        </p:nvGrpSpPr>
        <p:grpSpPr bwMode="auto">
          <a:xfrm>
            <a:off x="6073079" y="4986226"/>
            <a:ext cx="692092" cy="692092"/>
            <a:chOff x="6369311" y="4900725"/>
            <a:chExt cx="755703" cy="755703"/>
          </a:xfrm>
        </p:grpSpPr>
        <p:sp>
          <p:nvSpPr>
            <p:cNvPr id="10" name="Oval 9"/>
            <p:cNvSpPr/>
            <p:nvPr/>
          </p:nvSpPr>
          <p:spPr bwMode="auto">
            <a:xfrm>
              <a:off x="6369311" y="4900725"/>
              <a:ext cx="755703" cy="75570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defRPr/>
              </a:pPr>
              <a:endParaRPr lang="en-GB" sz="1600">
                <a:solidFill>
                  <a:schemeClr val="bg1"/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6422299" y="5068728"/>
              <a:ext cx="649725" cy="423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>
                <a:lnSpc>
                  <a:spcPct val="120000"/>
                </a:lnSpc>
                <a:defRPr/>
              </a:pPr>
              <a:r>
                <a:rPr lang="en-US" sz="1600" b="1">
                  <a:solidFill>
                    <a:schemeClr val="bg1"/>
                  </a:solidFill>
                  <a:latin typeface="Arial"/>
                  <a:ea typeface="微软雅黑"/>
                  <a:cs typeface="+mn-ea"/>
                </a:rPr>
                <a:t>68%</a:t>
              </a:r>
              <a:endParaRPr lang="en-GB" sz="1600" b="1">
                <a:solidFill>
                  <a:schemeClr val="bg1"/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663641251" name="Group 36"/>
          <p:cNvGrpSpPr/>
          <p:nvPr/>
        </p:nvGrpSpPr>
        <p:grpSpPr bwMode="auto">
          <a:xfrm>
            <a:off x="6967958" y="3246731"/>
            <a:ext cx="3045194" cy="3532017"/>
            <a:chOff x="7346437" y="3001348"/>
            <a:chExt cx="3325083" cy="3856651"/>
          </a:xfrm>
        </p:grpSpPr>
        <p:sp>
          <p:nvSpPr>
            <p:cNvPr id="6" name="Freeform 5"/>
            <p:cNvSpPr/>
            <p:nvPr/>
          </p:nvSpPr>
          <p:spPr bwMode="auto">
            <a:xfrm rot="16199999">
              <a:off x="7080653" y="3267133"/>
              <a:ext cx="3856651" cy="3325083"/>
            </a:xfrm>
            <a:custGeom>
              <a:avLst/>
              <a:gdLst>
                <a:gd name="connsiteX0" fmla="*/ 4242316 w 4242316"/>
                <a:gd name="connsiteY0" fmla="*/ 562708 h 3657591"/>
                <a:gd name="connsiteX1" fmla="*/ 4117817 w 4242316"/>
                <a:gd name="connsiteY1" fmla="*/ 562708 h 3657591"/>
                <a:gd name="connsiteX2" fmla="*/ 4117817 w 4242316"/>
                <a:gd name="connsiteY2" fmla="*/ 3094883 h 3657591"/>
                <a:gd name="connsiteX3" fmla="*/ 3555109 w 4242316"/>
                <a:gd name="connsiteY3" fmla="*/ 3657591 h 3657591"/>
                <a:gd name="connsiteX4" fmla="*/ 0 w 4242316"/>
                <a:gd name="connsiteY4" fmla="*/ 3657591 h 3657591"/>
                <a:gd name="connsiteX5" fmla="*/ 0 w 4242316"/>
                <a:gd name="connsiteY5" fmla="*/ 3094883 h 3657591"/>
                <a:gd name="connsiteX6" fmla="*/ 3555109 w 4242316"/>
                <a:gd name="connsiteY6" fmla="*/ 3094883 h 3657591"/>
                <a:gd name="connsiteX7" fmla="*/ 3555109 w 4242316"/>
                <a:gd name="connsiteY7" fmla="*/ 562708 h 3657591"/>
                <a:gd name="connsiteX8" fmla="*/ 3430609 w 4242316"/>
                <a:gd name="connsiteY8" fmla="*/ 562708 h 3657591"/>
                <a:gd name="connsiteX9" fmla="*/ 3836463 w 4242316"/>
                <a:gd name="connsiteY9" fmla="*/ 0 h 3657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42316" h="3657591" fill="norm" stroke="1" extrusionOk="0">
                  <a:moveTo>
                    <a:pt x="4242316" y="562708"/>
                  </a:moveTo>
                  <a:lnTo>
                    <a:pt x="4117817" y="562708"/>
                  </a:lnTo>
                  <a:lnTo>
                    <a:pt x="4117817" y="3094883"/>
                  </a:lnTo>
                  <a:lnTo>
                    <a:pt x="3555109" y="3657591"/>
                  </a:lnTo>
                  <a:lnTo>
                    <a:pt x="0" y="3657591"/>
                  </a:lnTo>
                  <a:lnTo>
                    <a:pt x="0" y="3094883"/>
                  </a:lnTo>
                  <a:lnTo>
                    <a:pt x="3555109" y="3094883"/>
                  </a:lnTo>
                  <a:lnTo>
                    <a:pt x="3555109" y="562708"/>
                  </a:lnTo>
                  <a:lnTo>
                    <a:pt x="3430609" y="562708"/>
                  </a:lnTo>
                  <a:lnTo>
                    <a:pt x="38364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defRPr/>
              </a:pPr>
              <a:endParaRPr lang="en-GB" sz="90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6" name="Freeform 15"/>
            <p:cNvSpPr>
              <a:spLocks noEditPoints="1"/>
            </p:cNvSpPr>
            <p:nvPr/>
          </p:nvSpPr>
          <p:spPr bwMode="auto">
            <a:xfrm>
              <a:off x="8114763" y="3219375"/>
              <a:ext cx="352166" cy="301858"/>
            </a:xfrm>
            <a:custGeom>
              <a:avLst/>
              <a:gdLst>
                <a:gd name="T0" fmla="*/ 4 w 94"/>
                <a:gd name="T1" fmla="*/ 19 h 81"/>
                <a:gd name="T2" fmla="*/ 46 w 94"/>
                <a:gd name="T3" fmla="*/ 19 h 81"/>
                <a:gd name="T4" fmla="*/ 50 w 94"/>
                <a:gd name="T5" fmla="*/ 16 h 81"/>
                <a:gd name="T6" fmla="*/ 73 w 94"/>
                <a:gd name="T7" fmla="*/ 0 h 81"/>
                <a:gd name="T8" fmla="*/ 73 w 94"/>
                <a:gd name="T9" fmla="*/ 33 h 81"/>
                <a:gd name="T10" fmla="*/ 73 w 94"/>
                <a:gd name="T11" fmla="*/ 66 h 81"/>
                <a:gd name="T12" fmla="*/ 50 w 94"/>
                <a:gd name="T13" fmla="*/ 49 h 81"/>
                <a:gd name="T14" fmla="*/ 46 w 94"/>
                <a:gd name="T15" fmla="*/ 47 h 81"/>
                <a:gd name="T16" fmla="*/ 33 w 94"/>
                <a:gd name="T17" fmla="*/ 47 h 81"/>
                <a:gd name="T18" fmla="*/ 40 w 94"/>
                <a:gd name="T19" fmla="*/ 70 h 81"/>
                <a:gd name="T20" fmla="*/ 45 w 94"/>
                <a:gd name="T21" fmla="*/ 70 h 81"/>
                <a:gd name="T22" fmla="*/ 45 w 94"/>
                <a:gd name="T23" fmla="*/ 81 h 81"/>
                <a:gd name="T24" fmla="*/ 43 w 94"/>
                <a:gd name="T25" fmla="*/ 81 h 81"/>
                <a:gd name="T26" fmla="*/ 21 w 94"/>
                <a:gd name="T27" fmla="*/ 81 h 81"/>
                <a:gd name="T28" fmla="*/ 11 w 94"/>
                <a:gd name="T29" fmla="*/ 47 h 81"/>
                <a:gd name="T30" fmla="*/ 4 w 94"/>
                <a:gd name="T31" fmla="*/ 47 h 81"/>
                <a:gd name="T32" fmla="*/ 4 w 94"/>
                <a:gd name="T33" fmla="*/ 19 h 81"/>
                <a:gd name="T34" fmla="*/ 87 w 94"/>
                <a:gd name="T35" fmla="*/ 23 h 81"/>
                <a:gd name="T36" fmla="*/ 94 w 94"/>
                <a:gd name="T37" fmla="*/ 33 h 81"/>
                <a:gd name="T38" fmla="*/ 87 w 94"/>
                <a:gd name="T39" fmla="*/ 43 h 81"/>
                <a:gd name="T40" fmla="*/ 87 w 94"/>
                <a:gd name="T41" fmla="*/ 66 h 81"/>
                <a:gd name="T42" fmla="*/ 78 w 94"/>
                <a:gd name="T43" fmla="*/ 66 h 81"/>
                <a:gd name="T44" fmla="*/ 78 w 94"/>
                <a:gd name="T45" fmla="*/ 0 h 81"/>
                <a:gd name="T46" fmla="*/ 87 w 94"/>
                <a:gd name="T47" fmla="*/ 0 h 81"/>
                <a:gd name="T48" fmla="*/ 87 w 94"/>
                <a:gd name="T49" fmla="*/ 23 h 81"/>
                <a:gd name="T50" fmla="*/ 46 w 94"/>
                <a:gd name="T51" fmla="*/ 49 h 81"/>
                <a:gd name="T52" fmla="*/ 37 w 94"/>
                <a:gd name="T53" fmla="*/ 49 h 81"/>
                <a:gd name="T54" fmla="*/ 40 w 94"/>
                <a:gd name="T55" fmla="*/ 61 h 81"/>
                <a:gd name="T56" fmla="*/ 43 w 94"/>
                <a:gd name="T57" fmla="*/ 61 h 81"/>
                <a:gd name="T58" fmla="*/ 43 w 94"/>
                <a:gd name="T59" fmla="*/ 57 h 81"/>
                <a:gd name="T60" fmla="*/ 46 w 94"/>
                <a:gd name="T61" fmla="*/ 4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4" h="81" fill="norm" stroke="1" extrusionOk="0">
                  <a:moveTo>
                    <a:pt x="4" y="19"/>
                  </a:moveTo>
                  <a:cubicBezTo>
                    <a:pt x="46" y="19"/>
                    <a:pt x="46" y="19"/>
                    <a:pt x="46" y="19"/>
                  </a:cubicBezTo>
                  <a:cubicBezTo>
                    <a:pt x="50" y="16"/>
                    <a:pt x="50" y="16"/>
                    <a:pt x="50" y="16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3" y="66"/>
                    <a:pt x="73" y="66"/>
                    <a:pt x="73" y="66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40" y="70"/>
                    <a:pt x="40" y="70"/>
                    <a:pt x="40" y="70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5" y="81"/>
                    <a:pt x="45" y="81"/>
                    <a:pt x="45" y="81"/>
                  </a:cubicBezTo>
                  <a:cubicBezTo>
                    <a:pt x="43" y="81"/>
                    <a:pt x="43" y="81"/>
                    <a:pt x="43" y="81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0" y="37"/>
                    <a:pt x="0" y="28"/>
                    <a:pt x="4" y="19"/>
                  </a:cubicBezTo>
                  <a:close/>
                  <a:moveTo>
                    <a:pt x="87" y="23"/>
                  </a:moveTo>
                  <a:cubicBezTo>
                    <a:pt x="91" y="24"/>
                    <a:pt x="94" y="28"/>
                    <a:pt x="94" y="33"/>
                  </a:cubicBezTo>
                  <a:cubicBezTo>
                    <a:pt x="94" y="38"/>
                    <a:pt x="91" y="42"/>
                    <a:pt x="87" y="43"/>
                  </a:cubicBezTo>
                  <a:cubicBezTo>
                    <a:pt x="87" y="66"/>
                    <a:pt x="87" y="66"/>
                    <a:pt x="87" y="66"/>
                  </a:cubicBezTo>
                  <a:cubicBezTo>
                    <a:pt x="78" y="66"/>
                    <a:pt x="78" y="66"/>
                    <a:pt x="78" y="66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87" y="23"/>
                    <a:pt x="87" y="23"/>
                    <a:pt x="87" y="23"/>
                  </a:cubicBezTo>
                  <a:close/>
                  <a:moveTo>
                    <a:pt x="46" y="49"/>
                  </a:moveTo>
                  <a:cubicBezTo>
                    <a:pt x="37" y="49"/>
                    <a:pt x="37" y="49"/>
                    <a:pt x="37" y="49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3" y="61"/>
                    <a:pt x="43" y="61"/>
                    <a:pt x="43" y="61"/>
                  </a:cubicBezTo>
                  <a:cubicBezTo>
                    <a:pt x="43" y="57"/>
                    <a:pt x="43" y="57"/>
                    <a:pt x="43" y="57"/>
                  </a:cubicBezTo>
                  <a:lnTo>
                    <a:pt x="46" y="4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  <a:defRPr/>
              </a:pPr>
              <a:endParaRPr lang="zh-CN" sz="900">
                <a:solidFill>
                  <a:prstClr val="black"/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1524060532" name="Group 37"/>
          <p:cNvGrpSpPr/>
          <p:nvPr/>
        </p:nvGrpSpPr>
        <p:grpSpPr bwMode="auto">
          <a:xfrm>
            <a:off x="6967954" y="4122762"/>
            <a:ext cx="2401021" cy="2655984"/>
            <a:chOff x="7346434" y="3957896"/>
            <a:chExt cx="2621703" cy="2900101"/>
          </a:xfrm>
        </p:grpSpPr>
        <p:sp>
          <p:nvSpPr>
            <p:cNvPr id="5" name="Freeform 4"/>
            <p:cNvSpPr/>
            <p:nvPr/>
          </p:nvSpPr>
          <p:spPr bwMode="auto">
            <a:xfrm rot="16199999">
              <a:off x="7207235" y="4097096"/>
              <a:ext cx="2900101" cy="2621703"/>
            </a:xfrm>
            <a:custGeom>
              <a:avLst/>
              <a:gdLst>
                <a:gd name="connsiteX0" fmla="*/ 2496508 w 3190111"/>
                <a:gd name="connsiteY0" fmla="*/ 2321164 h 2883873"/>
                <a:gd name="connsiteX1" fmla="*/ 2496508 w 3190111"/>
                <a:gd name="connsiteY1" fmla="*/ 2883872 h 2883873"/>
                <a:gd name="connsiteX2" fmla="*/ 0 w 3190111"/>
                <a:gd name="connsiteY2" fmla="*/ 2883872 h 2883873"/>
                <a:gd name="connsiteX3" fmla="*/ 0 w 3190111"/>
                <a:gd name="connsiteY3" fmla="*/ 2321164 h 2883873"/>
                <a:gd name="connsiteX4" fmla="*/ 3190111 w 3190111"/>
                <a:gd name="connsiteY4" fmla="*/ 562708 h 2883873"/>
                <a:gd name="connsiteX5" fmla="*/ 3062414 w 3190111"/>
                <a:gd name="connsiteY5" fmla="*/ 562708 h 2883873"/>
                <a:gd name="connsiteX6" fmla="*/ 3062414 w 3190111"/>
                <a:gd name="connsiteY6" fmla="*/ 2321165 h 2883873"/>
                <a:gd name="connsiteX7" fmla="*/ 3065612 w 3190111"/>
                <a:gd name="connsiteY7" fmla="*/ 2321165 h 2883873"/>
                <a:gd name="connsiteX8" fmla="*/ 2499706 w 3190111"/>
                <a:gd name="connsiteY8" fmla="*/ 2883873 h 2883873"/>
                <a:gd name="connsiteX9" fmla="*/ 2499706 w 3190111"/>
                <a:gd name="connsiteY9" fmla="*/ 2321165 h 2883873"/>
                <a:gd name="connsiteX10" fmla="*/ 2499706 w 3190111"/>
                <a:gd name="connsiteY10" fmla="*/ 562708 h 2883873"/>
                <a:gd name="connsiteX11" fmla="*/ 2378404 w 3190111"/>
                <a:gd name="connsiteY11" fmla="*/ 562708 h 2883873"/>
                <a:gd name="connsiteX12" fmla="*/ 2784258 w 3190111"/>
                <a:gd name="connsiteY12" fmla="*/ 0 h 288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90111" h="2883873" fill="norm" stroke="1" extrusionOk="0">
                  <a:moveTo>
                    <a:pt x="2496508" y="2321164"/>
                  </a:moveTo>
                  <a:lnTo>
                    <a:pt x="2496508" y="2883872"/>
                  </a:lnTo>
                  <a:lnTo>
                    <a:pt x="0" y="2883872"/>
                  </a:lnTo>
                  <a:lnTo>
                    <a:pt x="0" y="2321164"/>
                  </a:lnTo>
                  <a:close/>
                  <a:moveTo>
                    <a:pt x="3190111" y="562708"/>
                  </a:moveTo>
                  <a:lnTo>
                    <a:pt x="3062414" y="562708"/>
                  </a:lnTo>
                  <a:lnTo>
                    <a:pt x="3062414" y="2321165"/>
                  </a:lnTo>
                  <a:lnTo>
                    <a:pt x="3065612" y="2321165"/>
                  </a:lnTo>
                  <a:lnTo>
                    <a:pt x="2499706" y="2883873"/>
                  </a:lnTo>
                  <a:lnTo>
                    <a:pt x="2499706" y="2321165"/>
                  </a:lnTo>
                  <a:lnTo>
                    <a:pt x="2499706" y="562708"/>
                  </a:lnTo>
                  <a:lnTo>
                    <a:pt x="2378404" y="562708"/>
                  </a:lnTo>
                  <a:lnTo>
                    <a:pt x="278425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defRPr/>
              </a:pPr>
              <a:endParaRPr lang="en-GB" sz="90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7" name="Freeform 16"/>
            <p:cNvSpPr>
              <a:spLocks noEditPoints="1"/>
            </p:cNvSpPr>
            <p:nvPr/>
          </p:nvSpPr>
          <p:spPr bwMode="auto">
            <a:xfrm>
              <a:off x="8101752" y="4176428"/>
              <a:ext cx="378190" cy="338289"/>
            </a:xfrm>
            <a:custGeom>
              <a:avLst/>
              <a:gdLst>
                <a:gd name="T0" fmla="*/ 36 w 101"/>
                <a:gd name="T1" fmla="*/ 77 h 90"/>
                <a:gd name="T2" fmla="*/ 39 w 101"/>
                <a:gd name="T3" fmla="*/ 80 h 90"/>
                <a:gd name="T4" fmla="*/ 42 w 101"/>
                <a:gd name="T5" fmla="*/ 80 h 90"/>
                <a:gd name="T6" fmla="*/ 44 w 101"/>
                <a:gd name="T7" fmla="*/ 79 h 90"/>
                <a:gd name="T8" fmla="*/ 46 w 101"/>
                <a:gd name="T9" fmla="*/ 75 h 90"/>
                <a:gd name="T10" fmla="*/ 46 w 101"/>
                <a:gd name="T11" fmla="*/ 75 h 90"/>
                <a:gd name="T12" fmla="*/ 46 w 101"/>
                <a:gd name="T13" fmla="*/ 47 h 90"/>
                <a:gd name="T14" fmla="*/ 30 w 101"/>
                <a:gd name="T15" fmla="*/ 52 h 90"/>
                <a:gd name="T16" fmla="*/ 0 w 101"/>
                <a:gd name="T17" fmla="*/ 52 h 90"/>
                <a:gd name="T18" fmla="*/ 44 w 101"/>
                <a:gd name="T19" fmla="*/ 6 h 90"/>
                <a:gd name="T20" fmla="*/ 46 w 101"/>
                <a:gd name="T21" fmla="*/ 0 h 90"/>
                <a:gd name="T22" fmla="*/ 55 w 101"/>
                <a:gd name="T23" fmla="*/ 0 h 90"/>
                <a:gd name="T24" fmla="*/ 57 w 101"/>
                <a:gd name="T25" fmla="*/ 6 h 90"/>
                <a:gd name="T26" fmla="*/ 101 w 101"/>
                <a:gd name="T27" fmla="*/ 52 h 90"/>
                <a:gd name="T28" fmla="*/ 72 w 101"/>
                <a:gd name="T29" fmla="*/ 52 h 90"/>
                <a:gd name="T30" fmla="*/ 56 w 101"/>
                <a:gd name="T31" fmla="*/ 47 h 90"/>
                <a:gd name="T32" fmla="*/ 56 w 101"/>
                <a:gd name="T33" fmla="*/ 75 h 90"/>
                <a:gd name="T34" fmla="*/ 56 w 101"/>
                <a:gd name="T35" fmla="*/ 75 h 90"/>
                <a:gd name="T36" fmla="*/ 50 w 101"/>
                <a:gd name="T37" fmla="*/ 88 h 90"/>
                <a:gd name="T38" fmla="*/ 43 w 101"/>
                <a:gd name="T39" fmla="*/ 90 h 90"/>
                <a:gd name="T40" fmla="*/ 36 w 101"/>
                <a:gd name="T41" fmla="*/ 89 h 90"/>
                <a:gd name="T42" fmla="*/ 26 w 101"/>
                <a:gd name="T43" fmla="*/ 79 h 90"/>
                <a:gd name="T44" fmla="*/ 36 w 101"/>
                <a:gd name="T45" fmla="*/ 77 h 90"/>
                <a:gd name="T46" fmla="*/ 72 w 101"/>
                <a:gd name="T47" fmla="*/ 43 h 90"/>
                <a:gd name="T48" fmla="*/ 80 w 101"/>
                <a:gd name="T49" fmla="*/ 41 h 90"/>
                <a:gd name="T50" fmla="*/ 57 w 101"/>
                <a:gd name="T51" fmla="*/ 13 h 90"/>
                <a:gd name="T52" fmla="*/ 72 w 101"/>
                <a:gd name="T53" fmla="*/ 43 h 90"/>
                <a:gd name="T54" fmla="*/ 10 w 101"/>
                <a:gd name="T55" fmla="*/ 40 h 90"/>
                <a:gd name="T56" fmla="*/ 20 w 101"/>
                <a:gd name="T57" fmla="*/ 39 h 90"/>
                <a:gd name="T58" fmla="*/ 33 w 101"/>
                <a:gd name="T59" fmla="*/ 16 h 90"/>
                <a:gd name="T60" fmla="*/ 10 w 101"/>
                <a:gd name="T61" fmla="*/ 4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1" h="90" fill="norm" stroke="1" extrusionOk="0">
                  <a:moveTo>
                    <a:pt x="36" y="77"/>
                  </a:moveTo>
                  <a:cubicBezTo>
                    <a:pt x="36" y="78"/>
                    <a:pt x="37" y="79"/>
                    <a:pt x="39" y="80"/>
                  </a:cubicBezTo>
                  <a:cubicBezTo>
                    <a:pt x="40" y="80"/>
                    <a:pt x="41" y="80"/>
                    <a:pt x="42" y="80"/>
                  </a:cubicBezTo>
                  <a:cubicBezTo>
                    <a:pt x="43" y="80"/>
                    <a:pt x="43" y="79"/>
                    <a:pt x="44" y="79"/>
                  </a:cubicBezTo>
                  <a:cubicBezTo>
                    <a:pt x="45" y="78"/>
                    <a:pt x="46" y="77"/>
                    <a:pt x="46" y="75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39" y="47"/>
                    <a:pt x="34" y="49"/>
                    <a:pt x="30" y="52"/>
                  </a:cubicBezTo>
                  <a:cubicBezTo>
                    <a:pt x="19" y="47"/>
                    <a:pt x="9" y="47"/>
                    <a:pt x="0" y="52"/>
                  </a:cubicBezTo>
                  <a:cubicBezTo>
                    <a:pt x="2" y="26"/>
                    <a:pt x="16" y="9"/>
                    <a:pt x="44" y="6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7" y="6"/>
                    <a:pt x="57" y="6"/>
                    <a:pt x="57" y="6"/>
                  </a:cubicBezTo>
                  <a:cubicBezTo>
                    <a:pt x="85" y="9"/>
                    <a:pt x="99" y="26"/>
                    <a:pt x="101" y="52"/>
                  </a:cubicBezTo>
                  <a:cubicBezTo>
                    <a:pt x="92" y="47"/>
                    <a:pt x="83" y="47"/>
                    <a:pt x="72" y="52"/>
                  </a:cubicBezTo>
                  <a:cubicBezTo>
                    <a:pt x="67" y="49"/>
                    <a:pt x="63" y="47"/>
                    <a:pt x="56" y="47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56" y="81"/>
                    <a:pt x="54" y="85"/>
                    <a:pt x="50" y="88"/>
                  </a:cubicBezTo>
                  <a:cubicBezTo>
                    <a:pt x="48" y="89"/>
                    <a:pt x="45" y="90"/>
                    <a:pt x="43" y="90"/>
                  </a:cubicBezTo>
                  <a:cubicBezTo>
                    <a:pt x="40" y="90"/>
                    <a:pt x="38" y="90"/>
                    <a:pt x="36" y="89"/>
                  </a:cubicBezTo>
                  <a:cubicBezTo>
                    <a:pt x="31" y="88"/>
                    <a:pt x="27" y="84"/>
                    <a:pt x="26" y="79"/>
                  </a:cubicBezTo>
                  <a:cubicBezTo>
                    <a:pt x="36" y="77"/>
                    <a:pt x="36" y="77"/>
                    <a:pt x="36" y="77"/>
                  </a:cubicBezTo>
                  <a:close/>
                  <a:moveTo>
                    <a:pt x="72" y="43"/>
                  </a:moveTo>
                  <a:cubicBezTo>
                    <a:pt x="75" y="42"/>
                    <a:pt x="77" y="41"/>
                    <a:pt x="80" y="41"/>
                  </a:cubicBezTo>
                  <a:cubicBezTo>
                    <a:pt x="78" y="23"/>
                    <a:pt x="69" y="16"/>
                    <a:pt x="57" y="13"/>
                  </a:cubicBezTo>
                  <a:cubicBezTo>
                    <a:pt x="67" y="20"/>
                    <a:pt x="73" y="29"/>
                    <a:pt x="72" y="43"/>
                  </a:cubicBezTo>
                  <a:close/>
                  <a:moveTo>
                    <a:pt x="10" y="40"/>
                  </a:moveTo>
                  <a:cubicBezTo>
                    <a:pt x="14" y="40"/>
                    <a:pt x="17" y="40"/>
                    <a:pt x="20" y="39"/>
                  </a:cubicBezTo>
                  <a:cubicBezTo>
                    <a:pt x="25" y="31"/>
                    <a:pt x="29" y="23"/>
                    <a:pt x="33" y="16"/>
                  </a:cubicBezTo>
                  <a:cubicBezTo>
                    <a:pt x="20" y="19"/>
                    <a:pt x="13" y="27"/>
                    <a:pt x="10" y="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  <a:defRPr/>
              </a:pPr>
              <a:endParaRPr lang="zh-CN" sz="900">
                <a:solidFill>
                  <a:prstClr val="black"/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1277879449" name="Group 35"/>
          <p:cNvGrpSpPr/>
          <p:nvPr/>
        </p:nvGrpSpPr>
        <p:grpSpPr bwMode="auto">
          <a:xfrm>
            <a:off x="6967957" y="2374789"/>
            <a:ext cx="3689367" cy="4403959"/>
            <a:chOff x="7346438" y="2049265"/>
            <a:chExt cx="4028463" cy="4808735"/>
          </a:xfrm>
        </p:grpSpPr>
        <p:sp>
          <p:nvSpPr>
            <p:cNvPr id="7" name="Freeform 6"/>
            <p:cNvSpPr/>
            <p:nvPr/>
          </p:nvSpPr>
          <p:spPr bwMode="auto">
            <a:xfrm rot="16199999">
              <a:off x="6956302" y="2439401"/>
              <a:ext cx="4808735" cy="4028463"/>
            </a:xfrm>
            <a:custGeom>
              <a:avLst/>
              <a:gdLst>
                <a:gd name="connsiteX0" fmla="*/ 5289608 w 5289608"/>
                <a:gd name="connsiteY0" fmla="*/ 562708 h 4431309"/>
                <a:gd name="connsiteX1" fmla="*/ 5165108 w 5289608"/>
                <a:gd name="connsiteY1" fmla="*/ 562708 h 4431309"/>
                <a:gd name="connsiteX2" fmla="*/ 5165108 w 5289608"/>
                <a:gd name="connsiteY2" fmla="*/ 3868601 h 4431309"/>
                <a:gd name="connsiteX3" fmla="*/ 4602401 w 5289608"/>
                <a:gd name="connsiteY3" fmla="*/ 4431309 h 4431309"/>
                <a:gd name="connsiteX4" fmla="*/ 0 w 5289608"/>
                <a:gd name="connsiteY4" fmla="*/ 4431309 h 4431309"/>
                <a:gd name="connsiteX5" fmla="*/ 0 w 5289608"/>
                <a:gd name="connsiteY5" fmla="*/ 3868601 h 4431309"/>
                <a:gd name="connsiteX6" fmla="*/ 4602401 w 5289608"/>
                <a:gd name="connsiteY6" fmla="*/ 3868601 h 4431309"/>
                <a:gd name="connsiteX7" fmla="*/ 4602401 w 5289608"/>
                <a:gd name="connsiteY7" fmla="*/ 562708 h 4431309"/>
                <a:gd name="connsiteX8" fmla="*/ 4477901 w 5289608"/>
                <a:gd name="connsiteY8" fmla="*/ 562708 h 4431309"/>
                <a:gd name="connsiteX9" fmla="*/ 4883755 w 5289608"/>
                <a:gd name="connsiteY9" fmla="*/ 0 h 443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89608" h="4431309" fill="norm" stroke="1" extrusionOk="0">
                  <a:moveTo>
                    <a:pt x="5289608" y="562708"/>
                  </a:moveTo>
                  <a:lnTo>
                    <a:pt x="5165108" y="562708"/>
                  </a:lnTo>
                  <a:lnTo>
                    <a:pt x="5165108" y="3868601"/>
                  </a:lnTo>
                  <a:lnTo>
                    <a:pt x="4602401" y="4431309"/>
                  </a:lnTo>
                  <a:lnTo>
                    <a:pt x="0" y="4431309"/>
                  </a:lnTo>
                  <a:lnTo>
                    <a:pt x="0" y="3868601"/>
                  </a:lnTo>
                  <a:lnTo>
                    <a:pt x="4602401" y="3868601"/>
                  </a:lnTo>
                  <a:lnTo>
                    <a:pt x="4602401" y="562708"/>
                  </a:lnTo>
                  <a:lnTo>
                    <a:pt x="4477901" y="562708"/>
                  </a:lnTo>
                  <a:lnTo>
                    <a:pt x="4883755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defRPr/>
              </a:pPr>
              <a:endParaRPr lang="en-GB" sz="90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8" name="Freeform 17"/>
            <p:cNvSpPr>
              <a:spLocks noEditPoints="1"/>
            </p:cNvSpPr>
            <p:nvPr/>
          </p:nvSpPr>
          <p:spPr bwMode="auto">
            <a:xfrm>
              <a:off x="8120836" y="2231727"/>
              <a:ext cx="369515" cy="372985"/>
            </a:xfrm>
            <a:custGeom>
              <a:avLst/>
              <a:gdLst>
                <a:gd name="T0" fmla="*/ 49 w 99"/>
                <a:gd name="T1" fmla="*/ 0 h 100"/>
                <a:gd name="T2" fmla="*/ 99 w 99"/>
                <a:gd name="T3" fmla="*/ 50 h 100"/>
                <a:gd name="T4" fmla="*/ 49 w 99"/>
                <a:gd name="T5" fmla="*/ 100 h 100"/>
                <a:gd name="T6" fmla="*/ 0 w 99"/>
                <a:gd name="T7" fmla="*/ 50 h 100"/>
                <a:gd name="T8" fmla="*/ 49 w 99"/>
                <a:gd name="T9" fmla="*/ 0 h 100"/>
                <a:gd name="T10" fmla="*/ 45 w 99"/>
                <a:gd name="T11" fmla="*/ 15 h 100"/>
                <a:gd name="T12" fmla="*/ 45 w 99"/>
                <a:gd name="T13" fmla="*/ 44 h 100"/>
                <a:gd name="T14" fmla="*/ 54 w 99"/>
                <a:gd name="T15" fmla="*/ 44 h 100"/>
                <a:gd name="T16" fmla="*/ 54 w 99"/>
                <a:gd name="T17" fmla="*/ 15 h 100"/>
                <a:gd name="T18" fmla="*/ 45 w 99"/>
                <a:gd name="T19" fmla="*/ 15 h 100"/>
                <a:gd name="T20" fmla="*/ 67 w 99"/>
                <a:gd name="T21" fmla="*/ 24 h 100"/>
                <a:gd name="T22" fmla="*/ 61 w 99"/>
                <a:gd name="T23" fmla="*/ 32 h 100"/>
                <a:gd name="T24" fmla="*/ 64 w 99"/>
                <a:gd name="T25" fmla="*/ 35 h 100"/>
                <a:gd name="T26" fmla="*/ 70 w 99"/>
                <a:gd name="T27" fmla="*/ 50 h 100"/>
                <a:gd name="T28" fmla="*/ 64 w 99"/>
                <a:gd name="T29" fmla="*/ 65 h 100"/>
                <a:gd name="T30" fmla="*/ 49 w 99"/>
                <a:gd name="T31" fmla="*/ 71 h 100"/>
                <a:gd name="T32" fmla="*/ 35 w 99"/>
                <a:gd name="T33" fmla="*/ 65 h 100"/>
                <a:gd name="T34" fmla="*/ 28 w 99"/>
                <a:gd name="T35" fmla="*/ 50 h 100"/>
                <a:gd name="T36" fmla="*/ 35 w 99"/>
                <a:gd name="T37" fmla="*/ 35 h 100"/>
                <a:gd name="T38" fmla="*/ 37 w 99"/>
                <a:gd name="T39" fmla="*/ 32 h 100"/>
                <a:gd name="T40" fmla="*/ 31 w 99"/>
                <a:gd name="T41" fmla="*/ 24 h 100"/>
                <a:gd name="T42" fmla="*/ 27 w 99"/>
                <a:gd name="T43" fmla="*/ 28 h 100"/>
                <a:gd name="T44" fmla="*/ 18 w 99"/>
                <a:gd name="T45" fmla="*/ 50 h 100"/>
                <a:gd name="T46" fmla="*/ 27 w 99"/>
                <a:gd name="T47" fmla="*/ 72 h 100"/>
                <a:gd name="T48" fmla="*/ 49 w 99"/>
                <a:gd name="T49" fmla="*/ 81 h 100"/>
                <a:gd name="T50" fmla="*/ 72 w 99"/>
                <a:gd name="T51" fmla="*/ 72 h 100"/>
                <a:gd name="T52" fmla="*/ 81 w 99"/>
                <a:gd name="T53" fmla="*/ 50 h 100"/>
                <a:gd name="T54" fmla="*/ 72 w 99"/>
                <a:gd name="T55" fmla="*/ 28 h 100"/>
                <a:gd name="T56" fmla="*/ 67 w 99"/>
                <a:gd name="T57" fmla="*/ 2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9" h="100" fill="norm" stroke="1" extrusionOk="0">
                  <a:moveTo>
                    <a:pt x="49" y="0"/>
                  </a:moveTo>
                  <a:cubicBezTo>
                    <a:pt x="77" y="0"/>
                    <a:pt x="99" y="22"/>
                    <a:pt x="99" y="50"/>
                  </a:cubicBezTo>
                  <a:cubicBezTo>
                    <a:pt x="99" y="77"/>
                    <a:pt x="77" y="100"/>
                    <a:pt x="49" y="100"/>
                  </a:cubicBezTo>
                  <a:cubicBezTo>
                    <a:pt x="22" y="100"/>
                    <a:pt x="0" y="77"/>
                    <a:pt x="0" y="50"/>
                  </a:cubicBezTo>
                  <a:cubicBezTo>
                    <a:pt x="0" y="22"/>
                    <a:pt x="22" y="0"/>
                    <a:pt x="49" y="0"/>
                  </a:cubicBezTo>
                  <a:close/>
                  <a:moveTo>
                    <a:pt x="45" y="15"/>
                  </a:moveTo>
                  <a:cubicBezTo>
                    <a:pt x="45" y="44"/>
                    <a:pt x="45" y="44"/>
                    <a:pt x="45" y="44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45" y="15"/>
                    <a:pt x="45" y="15"/>
                    <a:pt x="45" y="15"/>
                  </a:cubicBezTo>
                  <a:close/>
                  <a:moveTo>
                    <a:pt x="67" y="24"/>
                  </a:moveTo>
                  <a:cubicBezTo>
                    <a:pt x="61" y="32"/>
                    <a:pt x="61" y="32"/>
                    <a:pt x="61" y="32"/>
                  </a:cubicBezTo>
                  <a:cubicBezTo>
                    <a:pt x="62" y="33"/>
                    <a:pt x="63" y="34"/>
                    <a:pt x="64" y="35"/>
                  </a:cubicBezTo>
                  <a:cubicBezTo>
                    <a:pt x="68" y="39"/>
                    <a:pt x="70" y="44"/>
                    <a:pt x="70" y="50"/>
                  </a:cubicBezTo>
                  <a:cubicBezTo>
                    <a:pt x="70" y="55"/>
                    <a:pt x="68" y="61"/>
                    <a:pt x="64" y="65"/>
                  </a:cubicBezTo>
                  <a:cubicBezTo>
                    <a:pt x="60" y="68"/>
                    <a:pt x="55" y="71"/>
                    <a:pt x="49" y="71"/>
                  </a:cubicBezTo>
                  <a:cubicBezTo>
                    <a:pt x="44" y="71"/>
                    <a:pt x="38" y="68"/>
                    <a:pt x="35" y="65"/>
                  </a:cubicBezTo>
                  <a:cubicBezTo>
                    <a:pt x="31" y="61"/>
                    <a:pt x="28" y="55"/>
                    <a:pt x="28" y="50"/>
                  </a:cubicBezTo>
                  <a:cubicBezTo>
                    <a:pt x="28" y="44"/>
                    <a:pt x="31" y="39"/>
                    <a:pt x="35" y="35"/>
                  </a:cubicBezTo>
                  <a:cubicBezTo>
                    <a:pt x="35" y="34"/>
                    <a:pt x="36" y="33"/>
                    <a:pt x="37" y="32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30" y="25"/>
                    <a:pt x="29" y="26"/>
                    <a:pt x="27" y="28"/>
                  </a:cubicBezTo>
                  <a:cubicBezTo>
                    <a:pt x="22" y="33"/>
                    <a:pt x="18" y="41"/>
                    <a:pt x="18" y="50"/>
                  </a:cubicBezTo>
                  <a:cubicBezTo>
                    <a:pt x="18" y="58"/>
                    <a:pt x="22" y="66"/>
                    <a:pt x="27" y="72"/>
                  </a:cubicBezTo>
                  <a:cubicBezTo>
                    <a:pt x="33" y="77"/>
                    <a:pt x="41" y="81"/>
                    <a:pt x="49" y="81"/>
                  </a:cubicBezTo>
                  <a:cubicBezTo>
                    <a:pt x="58" y="81"/>
                    <a:pt x="66" y="77"/>
                    <a:pt x="72" y="72"/>
                  </a:cubicBezTo>
                  <a:cubicBezTo>
                    <a:pt x="77" y="66"/>
                    <a:pt x="81" y="58"/>
                    <a:pt x="81" y="50"/>
                  </a:cubicBezTo>
                  <a:cubicBezTo>
                    <a:pt x="81" y="41"/>
                    <a:pt x="77" y="33"/>
                    <a:pt x="72" y="28"/>
                  </a:cubicBezTo>
                  <a:cubicBezTo>
                    <a:pt x="70" y="26"/>
                    <a:pt x="69" y="25"/>
                    <a:pt x="67" y="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  <a:defRPr/>
              </a:pPr>
              <a:endParaRPr lang="zh-CN" sz="900">
                <a:solidFill>
                  <a:prstClr val="black"/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986551659" name="Group 38"/>
          <p:cNvGrpSpPr/>
          <p:nvPr/>
        </p:nvGrpSpPr>
        <p:grpSpPr bwMode="auto">
          <a:xfrm>
            <a:off x="6967955" y="4994373"/>
            <a:ext cx="1756845" cy="1784373"/>
            <a:chOff x="7346434" y="4909620"/>
            <a:chExt cx="1918320" cy="1948377"/>
          </a:xfrm>
        </p:grpSpPr>
        <p:sp>
          <p:nvSpPr>
            <p:cNvPr id="4" name="Freeform 3"/>
            <p:cNvSpPr/>
            <p:nvPr/>
          </p:nvSpPr>
          <p:spPr bwMode="auto">
            <a:xfrm rot="16199999">
              <a:off x="7331404" y="4924649"/>
              <a:ext cx="1948377" cy="1918320"/>
            </a:xfrm>
            <a:custGeom>
              <a:avLst/>
              <a:gdLst>
                <a:gd name="connsiteX0" fmla="*/ 2143216 w 2143216"/>
                <a:gd name="connsiteY0" fmla="*/ 562708 h 2110152"/>
                <a:gd name="connsiteX1" fmla="*/ 2018715 w 2143216"/>
                <a:gd name="connsiteY1" fmla="*/ 562708 h 2110152"/>
                <a:gd name="connsiteX2" fmla="*/ 2018715 w 2143216"/>
                <a:gd name="connsiteY2" fmla="*/ 1547444 h 2110152"/>
                <a:gd name="connsiteX3" fmla="*/ 1456007 w 2143216"/>
                <a:gd name="connsiteY3" fmla="*/ 2110152 h 2110152"/>
                <a:gd name="connsiteX4" fmla="*/ 1456007 w 2143216"/>
                <a:gd name="connsiteY4" fmla="*/ 2110151 h 2110152"/>
                <a:gd name="connsiteX5" fmla="*/ 0 w 2143216"/>
                <a:gd name="connsiteY5" fmla="*/ 2110151 h 2110152"/>
                <a:gd name="connsiteX6" fmla="*/ 0 w 2143216"/>
                <a:gd name="connsiteY6" fmla="*/ 1547443 h 2110152"/>
                <a:gd name="connsiteX7" fmla="*/ 1456007 w 2143216"/>
                <a:gd name="connsiteY7" fmla="*/ 1547443 h 2110152"/>
                <a:gd name="connsiteX8" fmla="*/ 1456007 w 2143216"/>
                <a:gd name="connsiteY8" fmla="*/ 562708 h 2110152"/>
                <a:gd name="connsiteX9" fmla="*/ 1331509 w 2143216"/>
                <a:gd name="connsiteY9" fmla="*/ 562708 h 2110152"/>
                <a:gd name="connsiteX10" fmla="*/ 1737363 w 2143216"/>
                <a:gd name="connsiteY10" fmla="*/ 0 h 211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43216" h="2110152" fill="norm" stroke="1" extrusionOk="0">
                  <a:moveTo>
                    <a:pt x="2143216" y="562708"/>
                  </a:moveTo>
                  <a:lnTo>
                    <a:pt x="2018715" y="562708"/>
                  </a:lnTo>
                  <a:lnTo>
                    <a:pt x="2018715" y="1547444"/>
                  </a:lnTo>
                  <a:lnTo>
                    <a:pt x="1456007" y="2110152"/>
                  </a:lnTo>
                  <a:lnTo>
                    <a:pt x="1456007" y="2110151"/>
                  </a:lnTo>
                  <a:lnTo>
                    <a:pt x="0" y="2110151"/>
                  </a:lnTo>
                  <a:lnTo>
                    <a:pt x="0" y="1547443"/>
                  </a:lnTo>
                  <a:lnTo>
                    <a:pt x="1456007" y="1547443"/>
                  </a:lnTo>
                  <a:lnTo>
                    <a:pt x="1456007" y="562708"/>
                  </a:lnTo>
                  <a:lnTo>
                    <a:pt x="1331509" y="562708"/>
                  </a:lnTo>
                  <a:lnTo>
                    <a:pt x="17373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defRPr/>
              </a:pPr>
              <a:endParaRPr lang="en-GB" sz="90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9" name="Freeform 18"/>
            <p:cNvSpPr>
              <a:spLocks noEditPoints="1"/>
            </p:cNvSpPr>
            <p:nvPr/>
          </p:nvSpPr>
          <p:spPr bwMode="auto">
            <a:xfrm>
              <a:off x="8091344" y="5076469"/>
              <a:ext cx="399007" cy="404213"/>
            </a:xfrm>
            <a:custGeom>
              <a:avLst/>
              <a:gdLst>
                <a:gd name="T0" fmla="*/ 94 w 107"/>
                <a:gd name="T1" fmla="*/ 30 h 108"/>
                <a:gd name="T2" fmla="*/ 77 w 107"/>
                <a:gd name="T3" fmla="*/ 95 h 108"/>
                <a:gd name="T4" fmla="*/ 13 w 107"/>
                <a:gd name="T5" fmla="*/ 77 h 108"/>
                <a:gd name="T6" fmla="*/ 30 w 107"/>
                <a:gd name="T7" fmla="*/ 13 h 108"/>
                <a:gd name="T8" fmla="*/ 94 w 107"/>
                <a:gd name="T9" fmla="*/ 30 h 108"/>
                <a:gd name="T10" fmla="*/ 68 w 107"/>
                <a:gd name="T11" fmla="*/ 46 h 108"/>
                <a:gd name="T12" fmla="*/ 68 w 107"/>
                <a:gd name="T13" fmla="*/ 46 h 108"/>
                <a:gd name="T14" fmla="*/ 58 w 107"/>
                <a:gd name="T15" fmla="*/ 38 h 108"/>
                <a:gd name="T16" fmla="*/ 45 w 107"/>
                <a:gd name="T17" fmla="*/ 40 h 108"/>
                <a:gd name="T18" fmla="*/ 45 w 107"/>
                <a:gd name="T19" fmla="*/ 40 h 108"/>
                <a:gd name="T20" fmla="*/ 38 w 107"/>
                <a:gd name="T21" fmla="*/ 50 h 108"/>
                <a:gd name="T22" fmla="*/ 39 w 107"/>
                <a:gd name="T23" fmla="*/ 62 h 108"/>
                <a:gd name="T24" fmla="*/ 39 w 107"/>
                <a:gd name="T25" fmla="*/ 62 h 108"/>
                <a:gd name="T26" fmla="*/ 49 w 107"/>
                <a:gd name="T27" fmla="*/ 69 h 108"/>
                <a:gd name="T28" fmla="*/ 62 w 107"/>
                <a:gd name="T29" fmla="*/ 68 h 108"/>
                <a:gd name="T30" fmla="*/ 62 w 107"/>
                <a:gd name="T31" fmla="*/ 68 h 108"/>
                <a:gd name="T32" fmla="*/ 69 w 107"/>
                <a:gd name="T33" fmla="*/ 58 h 108"/>
                <a:gd name="T34" fmla="*/ 68 w 107"/>
                <a:gd name="T35" fmla="*/ 46 h 108"/>
                <a:gd name="T36" fmla="*/ 63 w 107"/>
                <a:gd name="T37" fmla="*/ 56 h 108"/>
                <a:gd name="T38" fmla="*/ 62 w 107"/>
                <a:gd name="T39" fmla="*/ 49 h 108"/>
                <a:gd name="T40" fmla="*/ 62 w 107"/>
                <a:gd name="T41" fmla="*/ 49 h 108"/>
                <a:gd name="T42" fmla="*/ 56 w 107"/>
                <a:gd name="T43" fmla="*/ 44 h 108"/>
                <a:gd name="T44" fmla="*/ 48 w 107"/>
                <a:gd name="T45" fmla="*/ 45 h 108"/>
                <a:gd name="T46" fmla="*/ 48 w 107"/>
                <a:gd name="T47" fmla="*/ 45 h 108"/>
                <a:gd name="T48" fmla="*/ 44 w 107"/>
                <a:gd name="T49" fmla="*/ 51 h 108"/>
                <a:gd name="T50" fmla="*/ 45 w 107"/>
                <a:gd name="T51" fmla="*/ 59 h 108"/>
                <a:gd name="T52" fmla="*/ 45 w 107"/>
                <a:gd name="T53" fmla="*/ 59 h 108"/>
                <a:gd name="T54" fmla="*/ 51 w 107"/>
                <a:gd name="T55" fmla="*/ 64 h 108"/>
                <a:gd name="T56" fmla="*/ 59 w 107"/>
                <a:gd name="T57" fmla="*/ 63 h 108"/>
                <a:gd name="T58" fmla="*/ 59 w 107"/>
                <a:gd name="T59" fmla="*/ 63 h 108"/>
                <a:gd name="T60" fmla="*/ 63 w 107"/>
                <a:gd name="T61" fmla="*/ 56 h 108"/>
                <a:gd name="T62" fmla="*/ 29 w 107"/>
                <a:gd name="T63" fmla="*/ 24 h 108"/>
                <a:gd name="T64" fmla="*/ 17 w 107"/>
                <a:gd name="T65" fmla="*/ 65 h 108"/>
                <a:gd name="T66" fmla="*/ 25 w 107"/>
                <a:gd name="T67" fmla="*/ 63 h 108"/>
                <a:gd name="T68" fmla="*/ 29 w 107"/>
                <a:gd name="T69" fmla="*/ 24 h 108"/>
                <a:gd name="T70" fmla="*/ 69 w 107"/>
                <a:gd name="T71" fmla="*/ 37 h 108"/>
                <a:gd name="T72" fmla="*/ 73 w 107"/>
                <a:gd name="T73" fmla="*/ 42 h 108"/>
                <a:gd name="T74" fmla="*/ 74 w 107"/>
                <a:gd name="T75" fmla="*/ 45 h 108"/>
                <a:gd name="T76" fmla="*/ 91 w 107"/>
                <a:gd name="T77" fmla="*/ 38 h 108"/>
                <a:gd name="T78" fmla="*/ 89 w 107"/>
                <a:gd name="T79" fmla="*/ 33 h 108"/>
                <a:gd name="T80" fmla="*/ 82 w 107"/>
                <a:gd name="T81" fmla="*/ 25 h 108"/>
                <a:gd name="T82" fmla="*/ 69 w 107"/>
                <a:gd name="T83" fmla="*/ 37 h 108"/>
                <a:gd name="T84" fmla="*/ 92 w 107"/>
                <a:gd name="T85" fmla="*/ 43 h 108"/>
                <a:gd name="T86" fmla="*/ 75 w 107"/>
                <a:gd name="T87" fmla="*/ 47 h 108"/>
                <a:gd name="T88" fmla="*/ 76 w 107"/>
                <a:gd name="T89" fmla="*/ 53 h 108"/>
                <a:gd name="T90" fmla="*/ 93 w 107"/>
                <a:gd name="T91" fmla="*/ 54 h 108"/>
                <a:gd name="T92" fmla="*/ 92 w 107"/>
                <a:gd name="T93" fmla="*/ 43 h 108"/>
                <a:gd name="T94" fmla="*/ 70 w 107"/>
                <a:gd name="T95" fmla="*/ 44 h 108"/>
                <a:gd name="T96" fmla="*/ 44 w 107"/>
                <a:gd name="T97" fmla="*/ 37 h 108"/>
                <a:gd name="T98" fmla="*/ 37 w 107"/>
                <a:gd name="T99" fmla="*/ 63 h 108"/>
                <a:gd name="T100" fmla="*/ 63 w 107"/>
                <a:gd name="T101" fmla="*/ 70 h 108"/>
                <a:gd name="T102" fmla="*/ 70 w 107"/>
                <a:gd name="T103" fmla="*/ 4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7" h="108" fill="norm" stroke="1" extrusionOk="0">
                  <a:moveTo>
                    <a:pt x="94" y="30"/>
                  </a:moveTo>
                  <a:cubicBezTo>
                    <a:pt x="107" y="53"/>
                    <a:pt x="100" y="82"/>
                    <a:pt x="77" y="95"/>
                  </a:cubicBezTo>
                  <a:cubicBezTo>
                    <a:pt x="54" y="108"/>
                    <a:pt x="26" y="100"/>
                    <a:pt x="13" y="77"/>
                  </a:cubicBezTo>
                  <a:cubicBezTo>
                    <a:pt x="0" y="55"/>
                    <a:pt x="7" y="26"/>
                    <a:pt x="30" y="13"/>
                  </a:cubicBezTo>
                  <a:cubicBezTo>
                    <a:pt x="52" y="0"/>
                    <a:pt x="81" y="8"/>
                    <a:pt x="94" y="30"/>
                  </a:cubicBezTo>
                  <a:close/>
                  <a:moveTo>
                    <a:pt x="68" y="46"/>
                  </a:moveTo>
                  <a:cubicBezTo>
                    <a:pt x="68" y="46"/>
                    <a:pt x="68" y="46"/>
                    <a:pt x="68" y="46"/>
                  </a:cubicBezTo>
                  <a:cubicBezTo>
                    <a:pt x="65" y="42"/>
                    <a:pt x="62" y="39"/>
                    <a:pt x="58" y="38"/>
                  </a:cubicBezTo>
                  <a:cubicBezTo>
                    <a:pt x="54" y="37"/>
                    <a:pt x="49" y="37"/>
                    <a:pt x="45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1" y="42"/>
                    <a:pt x="39" y="46"/>
                    <a:pt x="38" y="50"/>
                  </a:cubicBezTo>
                  <a:cubicBezTo>
                    <a:pt x="37" y="54"/>
                    <a:pt x="37" y="58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42" y="66"/>
                    <a:pt x="45" y="68"/>
                    <a:pt x="49" y="69"/>
                  </a:cubicBezTo>
                  <a:cubicBezTo>
                    <a:pt x="53" y="71"/>
                    <a:pt x="58" y="70"/>
                    <a:pt x="6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5" y="66"/>
                    <a:pt x="68" y="62"/>
                    <a:pt x="69" y="58"/>
                  </a:cubicBezTo>
                  <a:cubicBezTo>
                    <a:pt x="70" y="54"/>
                    <a:pt x="70" y="50"/>
                    <a:pt x="68" y="46"/>
                  </a:cubicBezTo>
                  <a:close/>
                  <a:moveTo>
                    <a:pt x="63" y="56"/>
                  </a:moveTo>
                  <a:cubicBezTo>
                    <a:pt x="64" y="54"/>
                    <a:pt x="64" y="51"/>
                    <a:pt x="62" y="49"/>
                  </a:cubicBezTo>
                  <a:cubicBezTo>
                    <a:pt x="62" y="49"/>
                    <a:pt x="62" y="49"/>
                    <a:pt x="62" y="49"/>
                  </a:cubicBezTo>
                  <a:cubicBezTo>
                    <a:pt x="61" y="46"/>
                    <a:pt x="59" y="45"/>
                    <a:pt x="56" y="44"/>
                  </a:cubicBezTo>
                  <a:cubicBezTo>
                    <a:pt x="54" y="43"/>
                    <a:pt x="51" y="44"/>
                    <a:pt x="48" y="45"/>
                  </a:cubicBezTo>
                  <a:cubicBezTo>
                    <a:pt x="48" y="45"/>
                    <a:pt x="48" y="45"/>
                    <a:pt x="48" y="45"/>
                  </a:cubicBezTo>
                  <a:cubicBezTo>
                    <a:pt x="46" y="46"/>
                    <a:pt x="44" y="49"/>
                    <a:pt x="44" y="51"/>
                  </a:cubicBezTo>
                  <a:cubicBezTo>
                    <a:pt x="43" y="54"/>
                    <a:pt x="43" y="56"/>
                    <a:pt x="45" y="59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6" y="61"/>
                    <a:pt x="48" y="63"/>
                    <a:pt x="51" y="64"/>
                  </a:cubicBezTo>
                  <a:cubicBezTo>
                    <a:pt x="53" y="64"/>
                    <a:pt x="56" y="64"/>
                    <a:pt x="59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61" y="61"/>
                    <a:pt x="63" y="59"/>
                    <a:pt x="63" y="56"/>
                  </a:cubicBezTo>
                  <a:close/>
                  <a:moveTo>
                    <a:pt x="29" y="24"/>
                  </a:moveTo>
                  <a:cubicBezTo>
                    <a:pt x="16" y="36"/>
                    <a:pt x="14" y="50"/>
                    <a:pt x="17" y="65"/>
                  </a:cubicBezTo>
                  <a:cubicBezTo>
                    <a:pt x="20" y="64"/>
                    <a:pt x="23" y="64"/>
                    <a:pt x="25" y="63"/>
                  </a:cubicBezTo>
                  <a:cubicBezTo>
                    <a:pt x="21" y="49"/>
                    <a:pt x="22" y="36"/>
                    <a:pt x="29" y="24"/>
                  </a:cubicBezTo>
                  <a:close/>
                  <a:moveTo>
                    <a:pt x="69" y="37"/>
                  </a:moveTo>
                  <a:cubicBezTo>
                    <a:pt x="70" y="38"/>
                    <a:pt x="72" y="40"/>
                    <a:pt x="73" y="42"/>
                  </a:cubicBezTo>
                  <a:cubicBezTo>
                    <a:pt x="74" y="43"/>
                    <a:pt x="74" y="44"/>
                    <a:pt x="74" y="45"/>
                  </a:cubicBezTo>
                  <a:cubicBezTo>
                    <a:pt x="91" y="38"/>
                    <a:pt x="91" y="38"/>
                    <a:pt x="91" y="38"/>
                  </a:cubicBezTo>
                  <a:cubicBezTo>
                    <a:pt x="90" y="36"/>
                    <a:pt x="89" y="35"/>
                    <a:pt x="89" y="33"/>
                  </a:cubicBezTo>
                  <a:cubicBezTo>
                    <a:pt x="87" y="30"/>
                    <a:pt x="85" y="28"/>
                    <a:pt x="82" y="25"/>
                  </a:cubicBezTo>
                  <a:cubicBezTo>
                    <a:pt x="69" y="37"/>
                    <a:pt x="69" y="37"/>
                    <a:pt x="69" y="37"/>
                  </a:cubicBezTo>
                  <a:close/>
                  <a:moveTo>
                    <a:pt x="92" y="43"/>
                  </a:moveTo>
                  <a:cubicBezTo>
                    <a:pt x="75" y="47"/>
                    <a:pt x="75" y="47"/>
                    <a:pt x="75" y="47"/>
                  </a:cubicBezTo>
                  <a:cubicBezTo>
                    <a:pt x="76" y="49"/>
                    <a:pt x="76" y="51"/>
                    <a:pt x="76" y="53"/>
                  </a:cubicBezTo>
                  <a:cubicBezTo>
                    <a:pt x="93" y="54"/>
                    <a:pt x="93" y="54"/>
                    <a:pt x="93" y="54"/>
                  </a:cubicBezTo>
                  <a:cubicBezTo>
                    <a:pt x="94" y="50"/>
                    <a:pt x="93" y="46"/>
                    <a:pt x="92" y="43"/>
                  </a:cubicBezTo>
                  <a:close/>
                  <a:moveTo>
                    <a:pt x="70" y="44"/>
                  </a:moveTo>
                  <a:cubicBezTo>
                    <a:pt x="65" y="35"/>
                    <a:pt x="53" y="32"/>
                    <a:pt x="44" y="37"/>
                  </a:cubicBezTo>
                  <a:cubicBezTo>
                    <a:pt x="35" y="42"/>
                    <a:pt x="32" y="54"/>
                    <a:pt x="37" y="63"/>
                  </a:cubicBezTo>
                  <a:cubicBezTo>
                    <a:pt x="42" y="72"/>
                    <a:pt x="54" y="76"/>
                    <a:pt x="63" y="70"/>
                  </a:cubicBezTo>
                  <a:cubicBezTo>
                    <a:pt x="72" y="65"/>
                    <a:pt x="75" y="53"/>
                    <a:pt x="70" y="4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  <a:defRPr/>
              </a:pPr>
              <a:endParaRPr lang="zh-CN" sz="900">
                <a:solidFill>
                  <a:prstClr val="black"/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1640832220" name="Group 19"/>
          <p:cNvGrpSpPr/>
          <p:nvPr/>
        </p:nvGrpSpPr>
        <p:grpSpPr bwMode="auto">
          <a:xfrm>
            <a:off x="2294125" y="2541892"/>
            <a:ext cx="419805" cy="315056"/>
            <a:chOff x="789999" y="2242985"/>
            <a:chExt cx="504229" cy="378415"/>
          </a:xfrm>
        </p:grpSpPr>
        <p:sp>
          <p:nvSpPr>
            <p:cNvPr id="21" name="Rectangle 20"/>
            <p:cNvSpPr/>
            <p:nvPr/>
          </p:nvSpPr>
          <p:spPr bwMode="auto">
            <a:xfrm>
              <a:off x="858129" y="2299468"/>
              <a:ext cx="436099" cy="32193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defRPr/>
              </a:pPr>
              <a:endParaRPr lang="en-GB" sz="90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22" name="Rectangle 21"/>
            <p:cNvSpPr/>
            <p:nvPr/>
          </p:nvSpPr>
          <p:spPr bwMode="auto">
            <a:xfrm>
              <a:off x="789999" y="2242985"/>
              <a:ext cx="436099" cy="3219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defRPr/>
              </a:pPr>
              <a:endParaRPr lang="en-GB" sz="900">
                <a:latin typeface="Arial"/>
                <a:ea typeface="微软雅黑"/>
                <a:cs typeface="+mn-ea"/>
              </a:endParaRPr>
            </a:p>
          </p:txBody>
        </p:sp>
      </p:grpSp>
      <p:sp>
        <p:nvSpPr>
          <p:cNvPr id="1189198950" name="Rectangle 22"/>
          <p:cNvSpPr/>
          <p:nvPr/>
        </p:nvSpPr>
        <p:spPr bwMode="auto">
          <a:xfrm>
            <a:off x="2814293" y="2379944"/>
            <a:ext cx="3026728" cy="374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defRPr/>
            </a:pP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Please replace text, click add relevant headline, modify the text content, also can copy your content to this directly.</a:t>
            </a:r>
            <a:endParaRPr lang="en-GB" sz="800">
              <a:solidFill>
                <a:schemeClr val="bg1">
                  <a:lumMod val="65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grpSp>
        <p:nvGrpSpPr>
          <p:cNvPr id="796304145" name="Group 23"/>
          <p:cNvGrpSpPr/>
          <p:nvPr/>
        </p:nvGrpSpPr>
        <p:grpSpPr bwMode="auto">
          <a:xfrm>
            <a:off x="2294125" y="3501029"/>
            <a:ext cx="419805" cy="315056"/>
            <a:chOff x="789999" y="2242985"/>
            <a:chExt cx="504229" cy="378415"/>
          </a:xfrm>
        </p:grpSpPr>
        <p:sp>
          <p:nvSpPr>
            <p:cNvPr id="25" name="Rectangle 24"/>
            <p:cNvSpPr/>
            <p:nvPr/>
          </p:nvSpPr>
          <p:spPr bwMode="auto">
            <a:xfrm>
              <a:off x="858129" y="2299468"/>
              <a:ext cx="436099" cy="32193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defRPr/>
              </a:pPr>
              <a:endParaRPr lang="en-GB" sz="90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26" name="Rectangle 25"/>
            <p:cNvSpPr/>
            <p:nvPr/>
          </p:nvSpPr>
          <p:spPr bwMode="auto">
            <a:xfrm>
              <a:off x="789999" y="2242985"/>
              <a:ext cx="436099" cy="32193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defRPr/>
              </a:pPr>
              <a:endParaRPr lang="en-GB" sz="900">
                <a:latin typeface="Arial"/>
                <a:ea typeface="微软雅黑"/>
                <a:cs typeface="+mn-ea"/>
              </a:endParaRPr>
            </a:p>
          </p:txBody>
        </p:sp>
      </p:grpSp>
      <p:sp>
        <p:nvSpPr>
          <p:cNvPr id="366387619" name="Rectangle 26"/>
          <p:cNvSpPr/>
          <p:nvPr/>
        </p:nvSpPr>
        <p:spPr bwMode="auto">
          <a:xfrm>
            <a:off x="2814293" y="3339079"/>
            <a:ext cx="3026728" cy="374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defRPr/>
            </a:pP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Please replace text, click add relevant headline, modify the text content, also can copy your content to this directly.</a:t>
            </a:r>
            <a:endParaRPr lang="en-GB" sz="800">
              <a:solidFill>
                <a:schemeClr val="bg1">
                  <a:lumMod val="65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grpSp>
        <p:nvGrpSpPr>
          <p:cNvPr id="634087970" name="Group 27"/>
          <p:cNvGrpSpPr/>
          <p:nvPr/>
        </p:nvGrpSpPr>
        <p:grpSpPr bwMode="auto">
          <a:xfrm>
            <a:off x="2294125" y="4483521"/>
            <a:ext cx="419805" cy="315056"/>
            <a:chOff x="789999" y="2242985"/>
            <a:chExt cx="504229" cy="378415"/>
          </a:xfrm>
        </p:grpSpPr>
        <p:sp>
          <p:nvSpPr>
            <p:cNvPr id="29" name="Rectangle 28"/>
            <p:cNvSpPr/>
            <p:nvPr/>
          </p:nvSpPr>
          <p:spPr bwMode="auto">
            <a:xfrm>
              <a:off x="858129" y="2299468"/>
              <a:ext cx="436099" cy="32193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defRPr/>
              </a:pPr>
              <a:endParaRPr lang="en-GB" sz="90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30" name="Rectangle 29"/>
            <p:cNvSpPr/>
            <p:nvPr/>
          </p:nvSpPr>
          <p:spPr bwMode="auto">
            <a:xfrm>
              <a:off x="789999" y="2242985"/>
              <a:ext cx="436099" cy="3219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defRPr/>
              </a:pPr>
              <a:endParaRPr lang="en-GB" sz="900">
                <a:latin typeface="Arial"/>
                <a:ea typeface="微软雅黑"/>
                <a:cs typeface="+mn-ea"/>
              </a:endParaRPr>
            </a:p>
          </p:txBody>
        </p:sp>
      </p:grpSp>
      <p:sp>
        <p:nvSpPr>
          <p:cNvPr id="1231521112" name="Rectangle 30"/>
          <p:cNvSpPr/>
          <p:nvPr/>
        </p:nvSpPr>
        <p:spPr bwMode="auto">
          <a:xfrm>
            <a:off x="2814293" y="4321572"/>
            <a:ext cx="3026728" cy="374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defRPr/>
            </a:pP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Please replace text, click add relevant headline, modify the text content, also can copy your content to this directly.</a:t>
            </a:r>
            <a:endParaRPr lang="en-GB" sz="800">
              <a:solidFill>
                <a:schemeClr val="bg1">
                  <a:lumMod val="65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grpSp>
        <p:nvGrpSpPr>
          <p:cNvPr id="800853288" name="Group 31"/>
          <p:cNvGrpSpPr/>
          <p:nvPr/>
        </p:nvGrpSpPr>
        <p:grpSpPr bwMode="auto">
          <a:xfrm>
            <a:off x="2294125" y="5423436"/>
            <a:ext cx="419805" cy="315056"/>
            <a:chOff x="789999" y="2242985"/>
            <a:chExt cx="504229" cy="378415"/>
          </a:xfrm>
        </p:grpSpPr>
        <p:sp>
          <p:nvSpPr>
            <p:cNvPr id="33" name="Rectangle 32"/>
            <p:cNvSpPr/>
            <p:nvPr/>
          </p:nvSpPr>
          <p:spPr bwMode="auto">
            <a:xfrm>
              <a:off x="858129" y="2299468"/>
              <a:ext cx="436099" cy="32193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defRPr/>
              </a:pPr>
              <a:endParaRPr lang="en-GB" sz="90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34" name="Rectangle 33"/>
            <p:cNvSpPr/>
            <p:nvPr/>
          </p:nvSpPr>
          <p:spPr bwMode="auto">
            <a:xfrm>
              <a:off x="789999" y="2242985"/>
              <a:ext cx="436099" cy="32193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defRPr/>
              </a:pPr>
              <a:endParaRPr lang="en-GB" sz="900">
                <a:latin typeface="Arial"/>
                <a:ea typeface="微软雅黑"/>
                <a:cs typeface="+mn-ea"/>
              </a:endParaRPr>
            </a:p>
          </p:txBody>
        </p:sp>
      </p:grpSp>
      <p:sp>
        <p:nvSpPr>
          <p:cNvPr id="709122594" name="Rectangle 34"/>
          <p:cNvSpPr/>
          <p:nvPr/>
        </p:nvSpPr>
        <p:spPr bwMode="auto">
          <a:xfrm>
            <a:off x="2814293" y="5261486"/>
            <a:ext cx="3026728" cy="374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defRPr/>
            </a:pP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Please replace text, click add relevant headline, modify the text content, also can copy your content to this directly.</a:t>
            </a:r>
            <a:endParaRPr lang="en-GB" sz="800">
              <a:solidFill>
                <a:schemeClr val="bg1">
                  <a:lumMod val="65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sp>
        <p:nvSpPr>
          <p:cNvPr id="1546565969" name="TextBox 8"/>
          <p:cNvSpPr txBox="1"/>
          <p:nvPr/>
        </p:nvSpPr>
        <p:spPr bwMode="auto"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en-US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2030</a:t>
            </a:r>
            <a:r>
              <a:rPr lang="zh-CN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年度</a:t>
            </a:r>
            <a:r>
              <a:rPr lang="zh-CN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工作概述</a:t>
            </a:r>
            <a:endParaRPr lang="zh-CN" sz="40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1530596595" name="TextBox 8"/>
          <p:cNvSpPr txBox="1"/>
          <p:nvPr/>
        </p:nvSpPr>
        <p:spPr bwMode="auto">
          <a:xfrm>
            <a:off x="5025515" y="743527"/>
            <a:ext cx="2807720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2030 </a:t>
            </a: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ANNUAL WORK SUMMARY</a:t>
            </a:r>
            <a:endParaRPr lang="zh-CN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grpSp>
        <p:nvGrpSpPr>
          <p:cNvPr id="1580931086" name="组合 45"/>
          <p:cNvGrpSpPr/>
          <p:nvPr/>
        </p:nvGrpSpPr>
        <p:grpSpPr bwMode="auto"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47" name="直接连接符 46"/>
            <p:cNvCxnSpPr/>
            <p:nvPr/>
          </p:nvCxnSpPr>
          <p:spPr bwMode="auto"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 bwMode="auto"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55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865516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86551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86551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06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24060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24060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24060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64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636412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63641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63641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879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778794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77879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77879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905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15905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15905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5905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1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1816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1816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181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34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383438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383438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3834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500"/>
                            </p:stCondLst>
                            <p:childTnLst>
                              <p:par>
                                <p:cTn id="4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604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356048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356048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35604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832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40832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19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89198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304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96304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387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66387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087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34087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52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23152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53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00853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12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09122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9198950" grpId="0"/>
      <p:bldP spid="366387619" grpId="0"/>
      <p:bldP spid="1231521112" grpId="0"/>
      <p:bldP spid="70912259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2002969" name="圆角矩形 1"/>
          <p:cNvSpPr/>
          <p:nvPr/>
        </p:nvSpPr>
        <p:spPr bwMode="auto">
          <a:xfrm>
            <a:off x="4238958" y="3493258"/>
            <a:ext cx="4380840" cy="96991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716" tIns="36357" rIns="72716" bIns="36357" rtlCol="0" anchor="ctr"/>
          <a:lstStyle/>
          <a:p>
            <a:pPr algn="ctr">
              <a:defRPr/>
            </a:pPr>
            <a:endParaRPr lang="zh-CN" sz="1500">
              <a:latin typeface="Arial"/>
              <a:ea typeface="微软雅黑"/>
            </a:endParaRPr>
          </a:p>
        </p:txBody>
      </p:sp>
      <p:sp>
        <p:nvSpPr>
          <p:cNvPr id="1669894191" name="椭圆 2"/>
          <p:cNvSpPr/>
          <p:nvPr/>
        </p:nvSpPr>
        <p:spPr bwMode="auto">
          <a:xfrm>
            <a:off x="5919193" y="2214972"/>
            <a:ext cx="1020367" cy="102036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lang="en-US" sz="4400">
                <a:solidFill>
                  <a:schemeClr val="bg1"/>
                </a:solidFill>
                <a:latin typeface="Arial"/>
                <a:ea typeface="微软雅黑"/>
              </a:rPr>
              <a:t>02</a:t>
            </a:r>
            <a:endParaRPr lang="zh-CN" sz="4400">
              <a:solidFill>
                <a:schemeClr val="bg1"/>
              </a:solidFill>
              <a:latin typeface="Arial"/>
              <a:ea typeface="微软雅黑"/>
            </a:endParaRPr>
          </a:p>
        </p:txBody>
      </p:sp>
      <p:sp>
        <p:nvSpPr>
          <p:cNvPr id="1506011363" name="MH_Entry_1"/>
          <p:cNvSpPr/>
          <p:nvPr/>
        </p:nvSpPr>
        <p:spPr bwMode="auto">
          <a:xfrm>
            <a:off x="5161541" y="3624146"/>
            <a:ext cx="2535673" cy="70814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 fill="norm" stroke="1" extrusionOk="0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algn="ctr">
              <a:defRPr/>
            </a:pPr>
            <a:r>
              <a:rPr lang="zh-CN" sz="3200">
                <a:solidFill>
                  <a:schemeClr val="bg1"/>
                </a:solidFill>
                <a:latin typeface="Arial"/>
                <a:ea typeface="微软雅黑"/>
              </a:rPr>
              <a:t>工作完成情况</a:t>
            </a:r>
            <a:r>
              <a:rPr lang="en-US" sz="1400">
                <a:solidFill>
                  <a:schemeClr val="bg1"/>
                </a:solidFill>
                <a:latin typeface="Arial"/>
                <a:ea typeface="微软雅黑"/>
              </a:rPr>
              <a:t>ANNUAL WORK SUMMARY</a:t>
            </a:r>
            <a:endParaRPr lang="zh-CN" sz="1400">
              <a:solidFill>
                <a:schemeClr val="bg1"/>
              </a:solidFill>
              <a:latin typeface="Arial"/>
              <a:ea typeface="微软雅黑"/>
            </a:endParaRPr>
          </a:p>
        </p:txBody>
      </p:sp>
      <p:sp>
        <p:nvSpPr>
          <p:cNvPr id="939060307" name="TextBox 11"/>
          <p:cNvSpPr txBox="1"/>
          <p:nvPr/>
        </p:nvSpPr>
        <p:spPr bwMode="auto">
          <a:xfrm>
            <a:off x="6508471" y="4646802"/>
            <a:ext cx="1609415" cy="215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lvl="1" indent="-171450" algn="ctr">
              <a:buFont typeface="Arial"/>
              <a:buChar char="•"/>
              <a:defRPr/>
            </a:pPr>
            <a:r>
              <a:rPr lang="zh-CN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添加相关标题文字</a:t>
            </a:r>
            <a:endParaRPr lang="en-US" sz="14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2028699028" name="TextBox 11"/>
          <p:cNvSpPr txBox="1"/>
          <p:nvPr/>
        </p:nvSpPr>
        <p:spPr bwMode="auto">
          <a:xfrm>
            <a:off x="4738017" y="4646802"/>
            <a:ext cx="1609415" cy="215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lvl="1" indent="-171450" algn="ctr">
              <a:buFont typeface="Arial"/>
              <a:buChar char="•"/>
              <a:defRPr/>
            </a:pPr>
            <a:r>
              <a:rPr lang="zh-CN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添加相关标题文字</a:t>
            </a:r>
            <a:endParaRPr lang="en-US" sz="14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278738789" name="TextBox 11"/>
          <p:cNvSpPr txBox="1"/>
          <p:nvPr/>
        </p:nvSpPr>
        <p:spPr bwMode="auto">
          <a:xfrm>
            <a:off x="6508471" y="4916416"/>
            <a:ext cx="1609415" cy="215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lvl="1" indent="-171450" algn="ctr">
              <a:buFont typeface="Arial"/>
              <a:buChar char="•"/>
              <a:defRPr/>
            </a:pPr>
            <a:r>
              <a:rPr lang="zh-CN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添加相关标题文字</a:t>
            </a:r>
            <a:endParaRPr lang="en-US" sz="14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2038165975" name="TextBox 11"/>
          <p:cNvSpPr txBox="1"/>
          <p:nvPr/>
        </p:nvSpPr>
        <p:spPr bwMode="auto">
          <a:xfrm>
            <a:off x="4738017" y="4916416"/>
            <a:ext cx="1609415" cy="215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lvl="1" indent="-171450" algn="ctr">
              <a:buFont typeface="Arial"/>
              <a:buChar char="•"/>
              <a:defRPr/>
            </a:pPr>
            <a:r>
              <a:rPr lang="zh-CN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添加相关标题文字</a:t>
            </a:r>
            <a:endParaRPr lang="en-US" sz="14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4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894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669894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669894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00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6220029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622002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01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011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011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011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0113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60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39060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39060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69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28699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28699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3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8738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8738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165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381659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381659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2002969" grpId="0" animBg="1"/>
      <p:bldP spid="1669894191" grpId="0" animBg="1"/>
      <p:bldP spid="1506011363" grpId="0"/>
      <p:bldP spid="939060307" grpId="0"/>
      <p:bldP spid="2028699028" grpId="0"/>
      <p:bldP spid="278738789" grpId="0"/>
      <p:bldP spid="203816597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536514" name="TextBox 15"/>
          <p:cNvSpPr txBox="1"/>
          <p:nvPr/>
        </p:nvSpPr>
        <p:spPr bwMode="auto">
          <a:xfrm>
            <a:off x="689805" y="1651417"/>
            <a:ext cx="2587802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请替换文字内容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修改文字内容，也可以直接复制你的内容到此。</a:t>
            </a:r>
            <a:endParaRPr lang="zh-CN" sz="8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616469888" name="TextBox 16"/>
          <p:cNvSpPr txBox="1"/>
          <p:nvPr/>
        </p:nvSpPr>
        <p:spPr bwMode="auto">
          <a:xfrm>
            <a:off x="697909" y="1330685"/>
            <a:ext cx="187565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zh-CN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点击请替换文字内容</a:t>
            </a:r>
            <a:endParaRPr lang="zh-CN" sz="14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40482263" name="TextBox 15"/>
          <p:cNvSpPr txBox="1"/>
          <p:nvPr/>
        </p:nvSpPr>
        <p:spPr bwMode="auto">
          <a:xfrm>
            <a:off x="6466413" y="1651417"/>
            <a:ext cx="2587802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请替换文字内容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修改文字内容，也可以直接复制你的内容到此。</a:t>
            </a:r>
            <a:endParaRPr lang="zh-CN" sz="8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305983261" name="TextBox 16"/>
          <p:cNvSpPr txBox="1"/>
          <p:nvPr/>
        </p:nvSpPr>
        <p:spPr bwMode="auto">
          <a:xfrm>
            <a:off x="6474518" y="1330685"/>
            <a:ext cx="187565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zh-CN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点击请替换文字内容</a:t>
            </a:r>
            <a:endParaRPr lang="zh-CN" sz="14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249443852" name="矩形 27"/>
          <p:cNvSpPr/>
          <p:nvPr/>
        </p:nvSpPr>
        <p:spPr bwMode="auto">
          <a:xfrm>
            <a:off x="632995" y="2574185"/>
            <a:ext cx="2865432" cy="1448778"/>
          </a:xfrm>
          <a:prstGeom prst="rect">
            <a:avLst/>
          </a:prstGeom>
          <a:blipFill rotWithShape="1">
            <a:blip r:embed="rId3">
              <a:grayscl/>
            </a:blip>
            <a:stretch/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zh-CN" sz="265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707484328" name="矩形 31"/>
          <p:cNvSpPr/>
          <p:nvPr/>
        </p:nvSpPr>
        <p:spPr bwMode="auto">
          <a:xfrm>
            <a:off x="3536812" y="2574185"/>
            <a:ext cx="2865432" cy="144877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zh-CN" sz="265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734494803" name="矩形 35"/>
          <p:cNvSpPr/>
          <p:nvPr/>
        </p:nvSpPr>
        <p:spPr bwMode="auto">
          <a:xfrm>
            <a:off x="6440629" y="2574185"/>
            <a:ext cx="2865432" cy="1448778"/>
          </a:xfrm>
          <a:prstGeom prst="rect">
            <a:avLst/>
          </a:prstGeom>
          <a:blipFill rotWithShape="1">
            <a:blip r:embed="rId3">
              <a:grayscl/>
            </a:blip>
            <a:stretch/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zh-CN" sz="265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592831273" name="矩形 39"/>
          <p:cNvSpPr/>
          <p:nvPr/>
        </p:nvSpPr>
        <p:spPr bwMode="auto">
          <a:xfrm>
            <a:off x="9344447" y="2574185"/>
            <a:ext cx="2865432" cy="144877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zh-CN" sz="265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286885485" name="矩形 40"/>
          <p:cNvSpPr/>
          <p:nvPr/>
        </p:nvSpPr>
        <p:spPr bwMode="auto">
          <a:xfrm>
            <a:off x="632995" y="4088660"/>
            <a:ext cx="2865432" cy="144877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zh-CN" sz="265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17960084" name="矩形 41"/>
          <p:cNvSpPr/>
          <p:nvPr/>
        </p:nvSpPr>
        <p:spPr bwMode="auto">
          <a:xfrm>
            <a:off x="3536812" y="4088660"/>
            <a:ext cx="2865432" cy="1448778"/>
          </a:xfrm>
          <a:prstGeom prst="rect">
            <a:avLst/>
          </a:prstGeom>
          <a:blipFill rotWithShape="1">
            <a:blip r:embed="rId3">
              <a:grayscl/>
            </a:blip>
            <a:stretch/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zh-CN" sz="265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337840117" name="矩形 42"/>
          <p:cNvSpPr/>
          <p:nvPr/>
        </p:nvSpPr>
        <p:spPr bwMode="auto">
          <a:xfrm>
            <a:off x="6440629" y="4088660"/>
            <a:ext cx="2865432" cy="144877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zh-CN" sz="265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577175288" name="矩形 43"/>
          <p:cNvSpPr/>
          <p:nvPr/>
        </p:nvSpPr>
        <p:spPr bwMode="auto">
          <a:xfrm>
            <a:off x="9344447" y="4088660"/>
            <a:ext cx="2865432" cy="1448778"/>
          </a:xfrm>
          <a:prstGeom prst="rect">
            <a:avLst/>
          </a:prstGeom>
          <a:blipFill rotWithShape="1">
            <a:blip r:embed="rId3">
              <a:grayscl/>
            </a:blip>
            <a:stretch/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zh-CN" sz="265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824389995" name="TextBox 15"/>
          <p:cNvSpPr txBox="1"/>
          <p:nvPr/>
        </p:nvSpPr>
        <p:spPr bwMode="auto">
          <a:xfrm>
            <a:off x="1028561" y="4761405"/>
            <a:ext cx="211313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请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替换文字内容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修改文字内容，也可以直接复制你的内容到此。</a:t>
            </a:r>
            <a:endParaRPr lang="zh-CN" sz="800">
              <a:solidFill>
                <a:schemeClr val="bg1"/>
              </a:solidFill>
              <a:latin typeface="Arial"/>
              <a:ea typeface="微软雅黑"/>
            </a:endParaRPr>
          </a:p>
        </p:txBody>
      </p:sp>
      <p:sp>
        <p:nvSpPr>
          <p:cNvPr id="648181446" name="TextBox 16"/>
          <p:cNvSpPr txBox="1"/>
          <p:nvPr/>
        </p:nvSpPr>
        <p:spPr bwMode="auto">
          <a:xfrm>
            <a:off x="1022386" y="4440642"/>
            <a:ext cx="163339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zh-CN" sz="1400">
                <a:solidFill>
                  <a:schemeClr val="bg1"/>
                </a:solidFill>
                <a:latin typeface="Arial"/>
                <a:ea typeface="微软雅黑"/>
              </a:rPr>
              <a:t>点击请替换文字内容</a:t>
            </a:r>
            <a:endParaRPr lang="zh-CN" sz="1400">
              <a:solidFill>
                <a:schemeClr val="bg1"/>
              </a:solidFill>
              <a:latin typeface="Arial"/>
              <a:ea typeface="微软雅黑"/>
            </a:endParaRPr>
          </a:p>
        </p:txBody>
      </p:sp>
      <p:sp>
        <p:nvSpPr>
          <p:cNvPr id="1688020819" name="TextBox 15"/>
          <p:cNvSpPr txBox="1"/>
          <p:nvPr/>
        </p:nvSpPr>
        <p:spPr bwMode="auto">
          <a:xfrm>
            <a:off x="3995695" y="3333822"/>
            <a:ext cx="211313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请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替换文字内容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修改文字内容，也可以直接复制你的内容到此。</a:t>
            </a:r>
            <a:endParaRPr lang="zh-CN" sz="800">
              <a:solidFill>
                <a:schemeClr val="bg1"/>
              </a:solidFill>
              <a:latin typeface="Arial"/>
              <a:ea typeface="微软雅黑"/>
            </a:endParaRPr>
          </a:p>
        </p:txBody>
      </p:sp>
      <p:sp>
        <p:nvSpPr>
          <p:cNvPr id="826207196" name="TextBox 16"/>
          <p:cNvSpPr txBox="1"/>
          <p:nvPr/>
        </p:nvSpPr>
        <p:spPr bwMode="auto">
          <a:xfrm>
            <a:off x="3989519" y="3013059"/>
            <a:ext cx="163339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zh-CN" sz="1400">
                <a:solidFill>
                  <a:schemeClr val="bg1"/>
                </a:solidFill>
                <a:latin typeface="Arial"/>
                <a:ea typeface="微软雅黑"/>
              </a:rPr>
              <a:t>点击请替换文字内容</a:t>
            </a:r>
            <a:endParaRPr lang="zh-CN" sz="1400">
              <a:solidFill>
                <a:schemeClr val="bg1"/>
              </a:solidFill>
              <a:latin typeface="Arial"/>
              <a:ea typeface="微软雅黑"/>
            </a:endParaRPr>
          </a:p>
        </p:txBody>
      </p:sp>
      <p:sp>
        <p:nvSpPr>
          <p:cNvPr id="2118614017" name="TextBox 15"/>
          <p:cNvSpPr txBox="1"/>
          <p:nvPr/>
        </p:nvSpPr>
        <p:spPr bwMode="auto">
          <a:xfrm>
            <a:off x="6897516" y="4789397"/>
            <a:ext cx="211313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请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替换文字内容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修改文字内容，也可以直接复制你的内容到此。</a:t>
            </a:r>
            <a:endParaRPr lang="zh-CN" sz="800">
              <a:solidFill>
                <a:schemeClr val="bg1"/>
              </a:solidFill>
              <a:latin typeface="Arial"/>
              <a:ea typeface="微软雅黑"/>
            </a:endParaRPr>
          </a:p>
        </p:txBody>
      </p:sp>
      <p:sp>
        <p:nvSpPr>
          <p:cNvPr id="452549551" name="TextBox 16"/>
          <p:cNvSpPr txBox="1"/>
          <p:nvPr/>
        </p:nvSpPr>
        <p:spPr bwMode="auto">
          <a:xfrm>
            <a:off x="6891341" y="4468634"/>
            <a:ext cx="163339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zh-CN" sz="1400">
                <a:solidFill>
                  <a:schemeClr val="bg1"/>
                </a:solidFill>
                <a:latin typeface="Arial"/>
                <a:ea typeface="微软雅黑"/>
              </a:rPr>
              <a:t>点击请替换文字内容</a:t>
            </a:r>
            <a:endParaRPr lang="zh-CN" sz="1400">
              <a:solidFill>
                <a:schemeClr val="bg1"/>
              </a:solidFill>
              <a:latin typeface="Arial"/>
              <a:ea typeface="微软雅黑"/>
            </a:endParaRPr>
          </a:p>
        </p:txBody>
      </p:sp>
      <p:sp>
        <p:nvSpPr>
          <p:cNvPr id="1061723122" name="TextBox 15"/>
          <p:cNvSpPr txBox="1"/>
          <p:nvPr/>
        </p:nvSpPr>
        <p:spPr bwMode="auto">
          <a:xfrm>
            <a:off x="9790006" y="3268507"/>
            <a:ext cx="211313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请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替换文字内容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修改文字内容，也可以直接复制你的内容到此。</a:t>
            </a:r>
            <a:endParaRPr lang="zh-CN" sz="800">
              <a:solidFill>
                <a:schemeClr val="bg1"/>
              </a:solidFill>
              <a:latin typeface="Arial"/>
              <a:ea typeface="微软雅黑"/>
            </a:endParaRPr>
          </a:p>
        </p:txBody>
      </p:sp>
      <p:sp>
        <p:nvSpPr>
          <p:cNvPr id="1540621631" name="TextBox 16"/>
          <p:cNvSpPr txBox="1"/>
          <p:nvPr/>
        </p:nvSpPr>
        <p:spPr bwMode="auto">
          <a:xfrm>
            <a:off x="9783831" y="2947744"/>
            <a:ext cx="163339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zh-CN" sz="1400">
                <a:solidFill>
                  <a:schemeClr val="bg1"/>
                </a:solidFill>
                <a:latin typeface="Arial"/>
                <a:ea typeface="微软雅黑"/>
              </a:rPr>
              <a:t>点击请替换文字内容</a:t>
            </a:r>
            <a:endParaRPr lang="zh-CN" sz="1400">
              <a:solidFill>
                <a:schemeClr val="bg1"/>
              </a:solidFill>
              <a:latin typeface="Arial"/>
              <a:ea typeface="微软雅黑"/>
            </a:endParaRPr>
          </a:p>
        </p:txBody>
      </p:sp>
      <p:sp>
        <p:nvSpPr>
          <p:cNvPr id="694589632" name="TextBox 15"/>
          <p:cNvSpPr txBox="1"/>
          <p:nvPr/>
        </p:nvSpPr>
        <p:spPr bwMode="auto">
          <a:xfrm>
            <a:off x="3566355" y="5937667"/>
            <a:ext cx="2587802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请替换文字内容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修改文字内容，也可以直接复制你的内容到此。</a:t>
            </a:r>
            <a:endParaRPr lang="zh-CN" sz="8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660331101" name="TextBox 16"/>
          <p:cNvSpPr txBox="1"/>
          <p:nvPr/>
        </p:nvSpPr>
        <p:spPr bwMode="auto">
          <a:xfrm>
            <a:off x="3574459" y="5616934"/>
            <a:ext cx="187565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zh-CN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点击请替换文字内容</a:t>
            </a:r>
            <a:endParaRPr lang="zh-CN" sz="14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1410003532" name="TextBox 15"/>
          <p:cNvSpPr txBox="1"/>
          <p:nvPr/>
        </p:nvSpPr>
        <p:spPr bwMode="auto">
          <a:xfrm>
            <a:off x="9342964" y="5937667"/>
            <a:ext cx="2587802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请替换文字内容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修改文字内容，也可以直接复制你的内容到此。</a:t>
            </a:r>
            <a:endParaRPr lang="zh-CN" sz="8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558928337" name="TextBox 16"/>
          <p:cNvSpPr txBox="1"/>
          <p:nvPr/>
        </p:nvSpPr>
        <p:spPr bwMode="auto">
          <a:xfrm>
            <a:off x="9351068" y="5616934"/>
            <a:ext cx="187565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zh-CN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点击请替换文字内容</a:t>
            </a:r>
            <a:endParaRPr lang="zh-CN" sz="14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1825719545" name="TextBox 8"/>
          <p:cNvSpPr txBox="1"/>
          <p:nvPr/>
        </p:nvSpPr>
        <p:spPr bwMode="auto"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en-US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2030</a:t>
            </a:r>
            <a:r>
              <a:rPr lang="zh-CN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年度</a:t>
            </a:r>
            <a:r>
              <a:rPr lang="zh-CN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工作概述</a:t>
            </a:r>
            <a:endParaRPr lang="zh-CN" sz="40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729403313" name="TextBox 8"/>
          <p:cNvSpPr txBox="1"/>
          <p:nvPr/>
        </p:nvSpPr>
        <p:spPr bwMode="auto">
          <a:xfrm>
            <a:off x="5025515" y="743527"/>
            <a:ext cx="2807720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2030 </a:t>
            </a: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ANNUAL WORK SUMMARY</a:t>
            </a:r>
            <a:endParaRPr lang="zh-CN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grpSp>
        <p:nvGrpSpPr>
          <p:cNvPr id="146981131" name="组合 30"/>
          <p:cNvGrpSpPr/>
          <p:nvPr/>
        </p:nvGrpSpPr>
        <p:grpSpPr bwMode="auto"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 bwMode="auto"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 bwMode="auto"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43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9443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9443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7960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7960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494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34494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34494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75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77175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77175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8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6885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6885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484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07484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07484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84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7840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37840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83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92831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92831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6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6164698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6164698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6164698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6164698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5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36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40536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550"/>
                            </p:stCondLst>
                            <p:childTnLst>
                              <p:par>
                                <p:cTn id="5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98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305983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50" fill="hold"/>
                                        <p:tgtEl>
                                          <p:spTgt spid="305983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50" fill="hold"/>
                                        <p:tgtEl>
                                          <p:spTgt spid="3059832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3059832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599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8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0482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099"/>
                            </p:stCondLst>
                            <p:childTnLst>
                              <p:par>
                                <p:cTn id="6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8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250" fill="hold"/>
                                        <p:tgtEl>
                                          <p:spTgt spid="648181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50" fill="hold"/>
                                        <p:tgtEl>
                                          <p:spTgt spid="648181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50" fill="hold"/>
                                        <p:tgtEl>
                                          <p:spTgt spid="648181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50" fill="hold"/>
                                        <p:tgtEl>
                                          <p:spTgt spid="648181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89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24389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149"/>
                            </p:stCondLst>
                            <p:childTnLst>
                              <p:par>
                                <p:cTn id="7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20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826207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826207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50" fill="hold"/>
                                        <p:tgtEl>
                                          <p:spTgt spid="826207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250" fill="hold"/>
                                        <p:tgtEl>
                                          <p:spTgt spid="826207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02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688020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9199"/>
                            </p:stCondLst>
                            <p:childTnLst>
                              <p:par>
                                <p:cTn id="8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549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250" fill="hold"/>
                                        <p:tgtEl>
                                          <p:spTgt spid="452549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250" fill="hold"/>
                                        <p:tgtEl>
                                          <p:spTgt spid="452549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250" fill="hold"/>
                                        <p:tgtEl>
                                          <p:spTgt spid="4525495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250" fill="hold"/>
                                        <p:tgtEl>
                                          <p:spTgt spid="4525495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8614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118614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250"/>
                            </p:stCondLst>
                            <p:childTnLst>
                              <p:par>
                                <p:cTn id="9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62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250" fill="hold"/>
                                        <p:tgtEl>
                                          <p:spTgt spid="1540621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250" fill="hold"/>
                                        <p:tgtEl>
                                          <p:spTgt spid="1540621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250" fill="hold"/>
                                        <p:tgtEl>
                                          <p:spTgt spid="15406216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250" fill="hold"/>
                                        <p:tgtEl>
                                          <p:spTgt spid="15406216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72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061723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1300"/>
                            </p:stCondLst>
                            <p:childTnLst>
                              <p:par>
                                <p:cTn id="10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33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250" fill="hold"/>
                                        <p:tgtEl>
                                          <p:spTgt spid="660331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250" fill="hold"/>
                                        <p:tgtEl>
                                          <p:spTgt spid="660331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250" fill="hold"/>
                                        <p:tgtEl>
                                          <p:spTgt spid="660331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250" fill="hold"/>
                                        <p:tgtEl>
                                          <p:spTgt spid="660331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2350"/>
                            </p:stCondLst>
                            <p:childTnLst>
                              <p:par>
                                <p:cTn id="1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589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694589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2850"/>
                            </p:stCondLst>
                            <p:childTnLst>
                              <p:par>
                                <p:cTn id="118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928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250" fill="hold"/>
                                        <p:tgtEl>
                                          <p:spTgt spid="558928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250" fill="hold"/>
                                        <p:tgtEl>
                                          <p:spTgt spid="558928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250" fill="hold"/>
                                        <p:tgtEl>
                                          <p:spTgt spid="5589283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250" fill="hold"/>
                                        <p:tgtEl>
                                          <p:spTgt spid="5589283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39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003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410003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536514" grpId="0"/>
      <p:bldP spid="616469888" grpId="0"/>
      <p:bldP spid="40482263" grpId="0"/>
      <p:bldP spid="305983261" grpId="0"/>
      <p:bldP spid="249443852" grpId="0" animBg="1"/>
      <p:bldP spid="1707484328" grpId="0" animBg="1"/>
      <p:bldP spid="1734494803" grpId="0" animBg="1"/>
      <p:bldP spid="1592831273" grpId="0" animBg="1"/>
      <p:bldP spid="286885485" grpId="0" animBg="1"/>
      <p:bldP spid="117960084" grpId="0" animBg="1"/>
      <p:bldP spid="1337840117" grpId="0" animBg="1"/>
      <p:bldP spid="1577175288" grpId="0" animBg="1"/>
      <p:bldP spid="824389995" grpId="0"/>
      <p:bldP spid="648181446" grpId="0"/>
      <p:bldP spid="1688020819" grpId="0"/>
      <p:bldP spid="826207196" grpId="0"/>
      <p:bldP spid="2118614017" grpId="0"/>
      <p:bldP spid="452549551" grpId="0"/>
      <p:bldP spid="1061723122" grpId="0"/>
      <p:bldP spid="1540621631" grpId="0"/>
      <p:bldP spid="694589632" grpId="0"/>
      <p:bldP spid="660331101" grpId="0"/>
      <p:bldP spid="1410003532" grpId="0"/>
      <p:bldP spid="55892833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677447" name="Group 3"/>
          <p:cNvGrpSpPr/>
          <p:nvPr/>
        </p:nvGrpSpPr>
        <p:grpSpPr bwMode="auto">
          <a:xfrm>
            <a:off x="1161563" y="1636615"/>
            <a:ext cx="10601230" cy="4639424"/>
            <a:chOff x="1100786" y="1551735"/>
            <a:chExt cx="10052640" cy="4399344"/>
          </a:xfrm>
        </p:grpSpPr>
        <p:sp>
          <p:nvSpPr>
            <p:cNvPr id="22" name="Freeform 21"/>
            <p:cNvSpPr/>
            <p:nvPr/>
          </p:nvSpPr>
          <p:spPr bwMode="auto">
            <a:xfrm rot="19805282">
              <a:off x="1456384" y="1551735"/>
              <a:ext cx="9350488" cy="4399344"/>
            </a:xfrm>
            <a:custGeom>
              <a:avLst/>
              <a:gdLst>
                <a:gd name="connsiteX0" fmla="*/ 9210674 w 9350488"/>
                <a:gd name="connsiteY0" fmla="*/ 3819266 h 4399344"/>
                <a:gd name="connsiteX1" fmla="*/ 9350488 w 9350488"/>
                <a:gd name="connsiteY1" fmla="*/ 4082226 h 4399344"/>
                <a:gd name="connsiteX2" fmla="*/ 9033370 w 9350488"/>
                <a:gd name="connsiteY2" fmla="*/ 4399344 h 4399344"/>
                <a:gd name="connsiteX3" fmla="*/ 6852320 w 9350488"/>
                <a:gd name="connsiteY3" fmla="*/ 4399344 h 4399344"/>
                <a:gd name="connsiteX4" fmla="*/ 6844759 w 9350488"/>
                <a:gd name="connsiteY4" fmla="*/ 4398581 h 4399344"/>
                <a:gd name="connsiteX5" fmla="*/ 6831730 w 9350488"/>
                <a:gd name="connsiteY5" fmla="*/ 4398964 h 4399344"/>
                <a:gd name="connsiteX6" fmla="*/ 6805150 w 9350488"/>
                <a:gd name="connsiteY6" fmla="*/ 4394589 h 4399344"/>
                <a:gd name="connsiteX7" fmla="*/ 6788410 w 9350488"/>
                <a:gd name="connsiteY7" fmla="*/ 4392901 h 4399344"/>
                <a:gd name="connsiteX8" fmla="*/ 6781081 w 9350488"/>
                <a:gd name="connsiteY8" fmla="*/ 4390626 h 4399344"/>
                <a:gd name="connsiteX9" fmla="*/ 6771692 w 9350488"/>
                <a:gd name="connsiteY9" fmla="*/ 4389080 h 4399344"/>
                <a:gd name="connsiteX10" fmla="*/ 6748678 w 9350488"/>
                <a:gd name="connsiteY10" fmla="*/ 4380567 h 4399344"/>
                <a:gd name="connsiteX11" fmla="*/ 6728884 w 9350488"/>
                <a:gd name="connsiteY11" fmla="*/ 4374423 h 4399344"/>
                <a:gd name="connsiteX12" fmla="*/ 6722076 w 9350488"/>
                <a:gd name="connsiteY12" fmla="*/ 4370728 h 4399344"/>
                <a:gd name="connsiteX13" fmla="*/ 6714626 w 9350488"/>
                <a:gd name="connsiteY13" fmla="*/ 4367972 h 4399344"/>
                <a:gd name="connsiteX14" fmla="*/ 6695104 w 9350488"/>
                <a:gd name="connsiteY14" fmla="*/ 4356088 h 4399344"/>
                <a:gd name="connsiteX15" fmla="*/ 6675017 w 9350488"/>
                <a:gd name="connsiteY15" fmla="*/ 4345185 h 4399344"/>
                <a:gd name="connsiteX16" fmla="*/ 6668890 w 9350488"/>
                <a:gd name="connsiteY16" fmla="*/ 4340130 h 4399344"/>
                <a:gd name="connsiteX17" fmla="*/ 6662274 w 9350488"/>
                <a:gd name="connsiteY17" fmla="*/ 4336102 h 4399344"/>
                <a:gd name="connsiteX18" fmla="*/ 6647012 w 9350488"/>
                <a:gd name="connsiteY18" fmla="*/ 4322079 h 4399344"/>
                <a:gd name="connsiteX19" fmla="*/ 6628085 w 9350488"/>
                <a:gd name="connsiteY19" fmla="*/ 4306462 h 4399344"/>
                <a:gd name="connsiteX20" fmla="*/ 6622029 w 9350488"/>
                <a:gd name="connsiteY20" fmla="*/ 4299122 h 4399344"/>
                <a:gd name="connsiteX21" fmla="*/ 6616378 w 9350488"/>
                <a:gd name="connsiteY21" fmla="*/ 4293931 h 4399344"/>
                <a:gd name="connsiteX22" fmla="*/ 6606505 w 9350488"/>
                <a:gd name="connsiteY22" fmla="*/ 4280307 h 4399344"/>
                <a:gd name="connsiteX23" fmla="*/ 6589361 w 9350488"/>
                <a:gd name="connsiteY23" fmla="*/ 4259529 h 4399344"/>
                <a:gd name="connsiteX24" fmla="*/ 6583143 w 9350488"/>
                <a:gd name="connsiteY24" fmla="*/ 4248073 h 4399344"/>
                <a:gd name="connsiteX25" fmla="*/ 6578683 w 9350488"/>
                <a:gd name="connsiteY25" fmla="*/ 4241920 h 4399344"/>
                <a:gd name="connsiteX26" fmla="*/ 5577164 w 9350488"/>
                <a:gd name="connsiteY26" fmla="*/ 2519482 h 4399344"/>
                <a:gd name="connsiteX27" fmla="*/ 3584720 w 9350488"/>
                <a:gd name="connsiteY27" fmla="*/ 2519482 h 4399344"/>
                <a:gd name="connsiteX28" fmla="*/ 3577151 w 9350488"/>
                <a:gd name="connsiteY28" fmla="*/ 2518719 h 4399344"/>
                <a:gd name="connsiteX29" fmla="*/ 3564128 w 9350488"/>
                <a:gd name="connsiteY29" fmla="*/ 2519102 h 4399344"/>
                <a:gd name="connsiteX30" fmla="*/ 3537559 w 9350488"/>
                <a:gd name="connsiteY30" fmla="*/ 2514728 h 4399344"/>
                <a:gd name="connsiteX31" fmla="*/ 3520810 w 9350488"/>
                <a:gd name="connsiteY31" fmla="*/ 2513039 h 4399344"/>
                <a:gd name="connsiteX32" fmla="*/ 3513476 w 9350488"/>
                <a:gd name="connsiteY32" fmla="*/ 2510763 h 4399344"/>
                <a:gd name="connsiteX33" fmla="*/ 3504091 w 9350488"/>
                <a:gd name="connsiteY33" fmla="*/ 2509217 h 4399344"/>
                <a:gd name="connsiteX34" fmla="*/ 3481082 w 9350488"/>
                <a:gd name="connsiteY34" fmla="*/ 2500707 h 4399344"/>
                <a:gd name="connsiteX35" fmla="*/ 3461284 w 9350488"/>
                <a:gd name="connsiteY35" fmla="*/ 2494561 h 4399344"/>
                <a:gd name="connsiteX36" fmla="*/ 3454474 w 9350488"/>
                <a:gd name="connsiteY36" fmla="*/ 2490865 h 4399344"/>
                <a:gd name="connsiteX37" fmla="*/ 3447024 w 9350488"/>
                <a:gd name="connsiteY37" fmla="*/ 2488109 h 4399344"/>
                <a:gd name="connsiteX38" fmla="*/ 3427503 w 9350488"/>
                <a:gd name="connsiteY38" fmla="*/ 2476226 h 4399344"/>
                <a:gd name="connsiteX39" fmla="*/ 3407416 w 9350488"/>
                <a:gd name="connsiteY39" fmla="*/ 2465323 h 4399344"/>
                <a:gd name="connsiteX40" fmla="*/ 3401290 w 9350488"/>
                <a:gd name="connsiteY40" fmla="*/ 2460268 h 4399344"/>
                <a:gd name="connsiteX41" fmla="*/ 3394672 w 9350488"/>
                <a:gd name="connsiteY41" fmla="*/ 2456239 h 4399344"/>
                <a:gd name="connsiteX42" fmla="*/ 3379407 w 9350488"/>
                <a:gd name="connsiteY42" fmla="*/ 2442213 h 4399344"/>
                <a:gd name="connsiteX43" fmla="*/ 3360484 w 9350488"/>
                <a:gd name="connsiteY43" fmla="*/ 2426600 h 4399344"/>
                <a:gd name="connsiteX44" fmla="*/ 3354430 w 9350488"/>
                <a:gd name="connsiteY44" fmla="*/ 2419263 h 4399344"/>
                <a:gd name="connsiteX45" fmla="*/ 3348776 w 9350488"/>
                <a:gd name="connsiteY45" fmla="*/ 2414068 h 4399344"/>
                <a:gd name="connsiteX46" fmla="*/ 3338897 w 9350488"/>
                <a:gd name="connsiteY46" fmla="*/ 2400437 h 4399344"/>
                <a:gd name="connsiteX47" fmla="*/ 3321761 w 9350488"/>
                <a:gd name="connsiteY47" fmla="*/ 2379667 h 4399344"/>
                <a:gd name="connsiteX48" fmla="*/ 3315545 w 9350488"/>
                <a:gd name="connsiteY48" fmla="*/ 2368216 h 4399344"/>
                <a:gd name="connsiteX49" fmla="*/ 3311081 w 9350488"/>
                <a:gd name="connsiteY49" fmla="*/ 2362057 h 4399344"/>
                <a:gd name="connsiteX50" fmla="*/ 2309562 w 9350488"/>
                <a:gd name="connsiteY50" fmla="*/ 639619 h 4399344"/>
                <a:gd name="connsiteX51" fmla="*/ 317118 w 9350488"/>
                <a:gd name="connsiteY51" fmla="*/ 639619 h 4399344"/>
                <a:gd name="connsiteX52" fmla="*/ 1 w 9350488"/>
                <a:gd name="connsiteY52" fmla="*/ 322501 h 4399344"/>
                <a:gd name="connsiteX53" fmla="*/ 317119 w 9350488"/>
                <a:gd name="connsiteY53" fmla="*/ 5383 h 4399344"/>
                <a:gd name="connsiteX54" fmla="*/ 2436279 w 9350488"/>
                <a:gd name="connsiteY54" fmla="*/ 5383 h 4399344"/>
                <a:gd name="connsiteX55" fmla="*/ 2448735 w 9350488"/>
                <a:gd name="connsiteY55" fmla="*/ 2523 h 4399344"/>
                <a:gd name="connsiteX56" fmla="*/ 2627103 w 9350488"/>
                <a:gd name="connsiteY56" fmla="*/ 31715 h 4399344"/>
                <a:gd name="connsiteX57" fmla="*/ 2650943 w 9350488"/>
                <a:gd name="connsiteY57" fmla="*/ 46228 h 4399344"/>
                <a:gd name="connsiteX58" fmla="*/ 2675472 w 9350488"/>
                <a:gd name="connsiteY58" fmla="*/ 59542 h 4399344"/>
                <a:gd name="connsiteX59" fmla="*/ 2790366 w 9350488"/>
                <a:gd name="connsiteY59" fmla="*/ 199065 h 4399344"/>
                <a:gd name="connsiteX60" fmla="*/ 2794154 w 9350488"/>
                <a:gd name="connsiteY60" fmla="*/ 211270 h 4399344"/>
                <a:gd name="connsiteX61" fmla="*/ 3767495 w 9350488"/>
                <a:gd name="connsiteY61" fmla="*/ 1885246 h 4399344"/>
                <a:gd name="connsiteX62" fmla="*/ 5703881 w 9350488"/>
                <a:gd name="connsiteY62" fmla="*/ 1885246 h 4399344"/>
                <a:gd name="connsiteX63" fmla="*/ 5716337 w 9350488"/>
                <a:gd name="connsiteY63" fmla="*/ 1882386 h 4399344"/>
                <a:gd name="connsiteX64" fmla="*/ 5894704 w 9350488"/>
                <a:gd name="connsiteY64" fmla="*/ 1911577 h 4399344"/>
                <a:gd name="connsiteX65" fmla="*/ 5930433 w 9350488"/>
                <a:gd name="connsiteY65" fmla="*/ 1933328 h 4399344"/>
                <a:gd name="connsiteX66" fmla="*/ 5943074 w 9350488"/>
                <a:gd name="connsiteY66" fmla="*/ 1939405 h 4399344"/>
                <a:gd name="connsiteX67" fmla="*/ 6044613 w 9350488"/>
                <a:gd name="connsiteY67" fmla="*/ 2051207 h 4399344"/>
                <a:gd name="connsiteX68" fmla="*/ 6057322 w 9350488"/>
                <a:gd name="connsiteY68" fmla="*/ 2083506 h 4399344"/>
                <a:gd name="connsiteX69" fmla="*/ 7035096 w 9350488"/>
                <a:gd name="connsiteY69" fmla="*/ 3765107 h 4399344"/>
                <a:gd name="connsiteX70" fmla="*/ 9033370 w 9350488"/>
                <a:gd name="connsiteY70" fmla="*/ 3765107 h 4399344"/>
                <a:gd name="connsiteX71" fmla="*/ 9210674 w 9350488"/>
                <a:gd name="connsiteY71" fmla="*/ 3819266 h 4399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9350488" h="4399344" fill="norm" stroke="1" extrusionOk="0">
                  <a:moveTo>
                    <a:pt x="9210674" y="3819266"/>
                  </a:moveTo>
                  <a:cubicBezTo>
                    <a:pt x="9295028" y="3876255"/>
                    <a:pt x="9350488" y="3972763"/>
                    <a:pt x="9350488" y="4082226"/>
                  </a:cubicBezTo>
                  <a:cubicBezTo>
                    <a:pt x="9350488" y="4257365"/>
                    <a:pt x="9208509" y="4399344"/>
                    <a:pt x="9033370" y="4399344"/>
                  </a:cubicBezTo>
                  <a:lnTo>
                    <a:pt x="6852320" y="4399344"/>
                  </a:lnTo>
                  <a:lnTo>
                    <a:pt x="6844759" y="4398581"/>
                  </a:lnTo>
                  <a:lnTo>
                    <a:pt x="6831730" y="4398964"/>
                  </a:lnTo>
                  <a:lnTo>
                    <a:pt x="6805150" y="4394589"/>
                  </a:lnTo>
                  <a:lnTo>
                    <a:pt x="6788410" y="4392901"/>
                  </a:lnTo>
                  <a:lnTo>
                    <a:pt x="6781081" y="4390626"/>
                  </a:lnTo>
                  <a:lnTo>
                    <a:pt x="6771692" y="4389080"/>
                  </a:lnTo>
                  <a:lnTo>
                    <a:pt x="6748678" y="4380567"/>
                  </a:lnTo>
                  <a:lnTo>
                    <a:pt x="6728884" y="4374423"/>
                  </a:lnTo>
                  <a:lnTo>
                    <a:pt x="6722076" y="4370728"/>
                  </a:lnTo>
                  <a:lnTo>
                    <a:pt x="6714626" y="4367972"/>
                  </a:lnTo>
                  <a:lnTo>
                    <a:pt x="6695104" y="4356088"/>
                  </a:lnTo>
                  <a:lnTo>
                    <a:pt x="6675017" y="4345185"/>
                  </a:lnTo>
                  <a:lnTo>
                    <a:pt x="6668890" y="4340130"/>
                  </a:lnTo>
                  <a:lnTo>
                    <a:pt x="6662274" y="4336102"/>
                  </a:lnTo>
                  <a:lnTo>
                    <a:pt x="6647012" y="4322079"/>
                  </a:lnTo>
                  <a:lnTo>
                    <a:pt x="6628085" y="4306462"/>
                  </a:lnTo>
                  <a:lnTo>
                    <a:pt x="6622029" y="4299122"/>
                  </a:lnTo>
                  <a:lnTo>
                    <a:pt x="6616378" y="4293931"/>
                  </a:lnTo>
                  <a:lnTo>
                    <a:pt x="6606505" y="4280307"/>
                  </a:lnTo>
                  <a:lnTo>
                    <a:pt x="6589361" y="4259529"/>
                  </a:lnTo>
                  <a:lnTo>
                    <a:pt x="6583143" y="4248073"/>
                  </a:lnTo>
                  <a:lnTo>
                    <a:pt x="6578683" y="4241920"/>
                  </a:lnTo>
                  <a:lnTo>
                    <a:pt x="5577164" y="2519482"/>
                  </a:lnTo>
                  <a:lnTo>
                    <a:pt x="3584720" y="2519482"/>
                  </a:lnTo>
                  <a:lnTo>
                    <a:pt x="3577151" y="2518719"/>
                  </a:lnTo>
                  <a:lnTo>
                    <a:pt x="3564128" y="2519102"/>
                  </a:lnTo>
                  <a:lnTo>
                    <a:pt x="3537559" y="2514728"/>
                  </a:lnTo>
                  <a:lnTo>
                    <a:pt x="3520810" y="2513039"/>
                  </a:lnTo>
                  <a:lnTo>
                    <a:pt x="3513476" y="2510763"/>
                  </a:lnTo>
                  <a:lnTo>
                    <a:pt x="3504091" y="2509217"/>
                  </a:lnTo>
                  <a:lnTo>
                    <a:pt x="3481082" y="2500707"/>
                  </a:lnTo>
                  <a:lnTo>
                    <a:pt x="3461284" y="2494561"/>
                  </a:lnTo>
                  <a:lnTo>
                    <a:pt x="3454474" y="2490865"/>
                  </a:lnTo>
                  <a:lnTo>
                    <a:pt x="3447024" y="2488109"/>
                  </a:lnTo>
                  <a:lnTo>
                    <a:pt x="3427503" y="2476226"/>
                  </a:lnTo>
                  <a:lnTo>
                    <a:pt x="3407416" y="2465323"/>
                  </a:lnTo>
                  <a:lnTo>
                    <a:pt x="3401290" y="2460268"/>
                  </a:lnTo>
                  <a:lnTo>
                    <a:pt x="3394672" y="2456239"/>
                  </a:lnTo>
                  <a:lnTo>
                    <a:pt x="3379407" y="2442213"/>
                  </a:lnTo>
                  <a:lnTo>
                    <a:pt x="3360484" y="2426600"/>
                  </a:lnTo>
                  <a:lnTo>
                    <a:pt x="3354430" y="2419263"/>
                  </a:lnTo>
                  <a:lnTo>
                    <a:pt x="3348776" y="2414068"/>
                  </a:lnTo>
                  <a:lnTo>
                    <a:pt x="3338897" y="2400437"/>
                  </a:lnTo>
                  <a:lnTo>
                    <a:pt x="3321761" y="2379667"/>
                  </a:lnTo>
                  <a:lnTo>
                    <a:pt x="3315545" y="2368216"/>
                  </a:lnTo>
                  <a:lnTo>
                    <a:pt x="3311081" y="2362057"/>
                  </a:lnTo>
                  <a:lnTo>
                    <a:pt x="2309562" y="639619"/>
                  </a:lnTo>
                  <a:lnTo>
                    <a:pt x="317118" y="639619"/>
                  </a:lnTo>
                  <a:cubicBezTo>
                    <a:pt x="141979" y="639619"/>
                    <a:pt x="0" y="497640"/>
                    <a:pt x="1" y="322501"/>
                  </a:cubicBezTo>
                  <a:cubicBezTo>
                    <a:pt x="0" y="147362"/>
                    <a:pt x="141979" y="5383"/>
                    <a:pt x="317119" y="5383"/>
                  </a:cubicBezTo>
                  <a:lnTo>
                    <a:pt x="2436279" y="5383"/>
                  </a:lnTo>
                  <a:lnTo>
                    <a:pt x="2448735" y="2523"/>
                  </a:lnTo>
                  <a:cubicBezTo>
                    <a:pt x="2510031" y="-5274"/>
                    <a:pt x="2572102" y="5149"/>
                    <a:pt x="2627103" y="31715"/>
                  </a:cubicBezTo>
                  <a:lnTo>
                    <a:pt x="2650943" y="46228"/>
                  </a:lnTo>
                  <a:lnTo>
                    <a:pt x="2675472" y="59542"/>
                  </a:lnTo>
                  <a:cubicBezTo>
                    <a:pt x="2726084" y="93735"/>
                    <a:pt x="2766295" y="142156"/>
                    <a:pt x="2790366" y="199065"/>
                  </a:cubicBezTo>
                  <a:lnTo>
                    <a:pt x="2794154" y="211270"/>
                  </a:lnTo>
                  <a:lnTo>
                    <a:pt x="3767495" y="1885246"/>
                  </a:lnTo>
                  <a:lnTo>
                    <a:pt x="5703881" y="1885246"/>
                  </a:lnTo>
                  <a:lnTo>
                    <a:pt x="5716337" y="1882386"/>
                  </a:lnTo>
                  <a:cubicBezTo>
                    <a:pt x="5777633" y="1874589"/>
                    <a:pt x="5839704" y="1885011"/>
                    <a:pt x="5894704" y="1911577"/>
                  </a:cubicBezTo>
                  <a:lnTo>
                    <a:pt x="5930433" y="1933328"/>
                  </a:lnTo>
                  <a:lnTo>
                    <a:pt x="5943074" y="1939405"/>
                  </a:lnTo>
                  <a:cubicBezTo>
                    <a:pt x="5985251" y="1967899"/>
                    <a:pt x="6020204" y="2006273"/>
                    <a:pt x="6044613" y="2051207"/>
                  </a:cubicBezTo>
                  <a:lnTo>
                    <a:pt x="6057322" y="2083506"/>
                  </a:lnTo>
                  <a:lnTo>
                    <a:pt x="7035096" y="3765107"/>
                  </a:lnTo>
                  <a:lnTo>
                    <a:pt x="9033370" y="3765107"/>
                  </a:lnTo>
                  <a:cubicBezTo>
                    <a:pt x="9099047" y="3765107"/>
                    <a:pt x="9160061" y="3785073"/>
                    <a:pt x="9210674" y="381926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defRPr/>
              </a:pPr>
              <a:endParaRPr lang="en-GB" sz="95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5" name="Rounded Rectangle 4"/>
            <p:cNvSpPr/>
            <p:nvPr/>
          </p:nvSpPr>
          <p:spPr bwMode="auto">
            <a:xfrm rot="19805282">
              <a:off x="1100786" y="3962064"/>
              <a:ext cx="634909" cy="634236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defRPr/>
              </a:pPr>
              <a:endParaRPr lang="en-GB" sz="95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8" name="Rounded Rectangle 17"/>
            <p:cNvSpPr/>
            <p:nvPr/>
          </p:nvSpPr>
          <p:spPr bwMode="auto">
            <a:xfrm rot="19805282">
              <a:off x="2976654" y="2907046"/>
              <a:ext cx="634909" cy="634236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defRPr/>
              </a:pPr>
              <a:endParaRPr lang="en-GB" sz="95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9" name="Rounded Rectangle 18"/>
            <p:cNvSpPr/>
            <p:nvPr/>
          </p:nvSpPr>
          <p:spPr bwMode="auto">
            <a:xfrm rot="19805282">
              <a:off x="4856481" y="3966200"/>
              <a:ext cx="634909" cy="634236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defRPr/>
              </a:pPr>
              <a:endParaRPr lang="en-GB" sz="95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20" name="Rounded Rectangle 19"/>
            <p:cNvSpPr/>
            <p:nvPr/>
          </p:nvSpPr>
          <p:spPr bwMode="auto">
            <a:xfrm rot="19805282">
              <a:off x="6750373" y="2907049"/>
              <a:ext cx="634909" cy="634236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defRPr/>
              </a:pPr>
              <a:endParaRPr lang="en-GB" sz="95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21" name="Rounded Rectangle 20"/>
            <p:cNvSpPr/>
            <p:nvPr/>
          </p:nvSpPr>
          <p:spPr bwMode="auto">
            <a:xfrm rot="19805282">
              <a:off x="10518517" y="2907047"/>
              <a:ext cx="634909" cy="634236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defRPr/>
              </a:pPr>
              <a:endParaRPr lang="en-GB" sz="95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23" name="Rounded Rectangle 22"/>
            <p:cNvSpPr/>
            <p:nvPr/>
          </p:nvSpPr>
          <p:spPr bwMode="auto">
            <a:xfrm rot="19805282">
              <a:off x="8614859" y="3962065"/>
              <a:ext cx="634909" cy="634236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defRPr/>
              </a:pPr>
              <a:endParaRPr lang="en-GB" sz="95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24" name="Freeform 23"/>
            <p:cNvSpPr>
              <a:spLocks noEditPoints="1"/>
            </p:cNvSpPr>
            <p:nvPr/>
          </p:nvSpPr>
          <p:spPr bwMode="auto">
            <a:xfrm>
              <a:off x="3100417" y="3031425"/>
              <a:ext cx="387383" cy="385476"/>
            </a:xfrm>
            <a:custGeom>
              <a:avLst/>
              <a:gdLst>
                <a:gd name="T0" fmla="*/ 6 w 94"/>
                <a:gd name="T1" fmla="*/ 28 h 94"/>
                <a:gd name="T2" fmla="*/ 32 w 94"/>
                <a:gd name="T3" fmla="*/ 4 h 94"/>
                <a:gd name="T4" fmla="*/ 67 w 94"/>
                <a:gd name="T5" fmla="*/ 6 h 94"/>
                <a:gd name="T6" fmla="*/ 90 w 94"/>
                <a:gd name="T7" fmla="*/ 32 h 94"/>
                <a:gd name="T8" fmla="*/ 88 w 94"/>
                <a:gd name="T9" fmla="*/ 67 h 94"/>
                <a:gd name="T10" fmla="*/ 88 w 94"/>
                <a:gd name="T11" fmla="*/ 67 h 94"/>
                <a:gd name="T12" fmla="*/ 62 w 94"/>
                <a:gd name="T13" fmla="*/ 90 h 94"/>
                <a:gd name="T14" fmla="*/ 27 w 94"/>
                <a:gd name="T15" fmla="*/ 89 h 94"/>
                <a:gd name="T16" fmla="*/ 27 w 94"/>
                <a:gd name="T17" fmla="*/ 89 h 94"/>
                <a:gd name="T18" fmla="*/ 4 w 94"/>
                <a:gd name="T19" fmla="*/ 62 h 94"/>
                <a:gd name="T20" fmla="*/ 6 w 94"/>
                <a:gd name="T21" fmla="*/ 28 h 94"/>
                <a:gd name="T22" fmla="*/ 6 w 94"/>
                <a:gd name="T23" fmla="*/ 28 h 94"/>
                <a:gd name="T24" fmla="*/ 20 w 94"/>
                <a:gd name="T25" fmla="*/ 27 h 94"/>
                <a:gd name="T26" fmla="*/ 16 w 94"/>
                <a:gd name="T27" fmla="*/ 32 h 94"/>
                <a:gd name="T28" fmla="*/ 16 w 94"/>
                <a:gd name="T29" fmla="*/ 32 h 94"/>
                <a:gd name="T30" fmla="*/ 15 w 94"/>
                <a:gd name="T31" fmla="*/ 35 h 94"/>
                <a:gd name="T32" fmla="*/ 36 w 94"/>
                <a:gd name="T33" fmla="*/ 37 h 94"/>
                <a:gd name="T34" fmla="*/ 34 w 94"/>
                <a:gd name="T35" fmla="*/ 40 h 94"/>
                <a:gd name="T36" fmla="*/ 32 w 94"/>
                <a:gd name="T37" fmla="*/ 45 h 94"/>
                <a:gd name="T38" fmla="*/ 13 w 94"/>
                <a:gd name="T39" fmla="*/ 53 h 94"/>
                <a:gd name="T40" fmla="*/ 15 w 94"/>
                <a:gd name="T41" fmla="*/ 59 h 94"/>
                <a:gd name="T42" fmla="*/ 15 w 94"/>
                <a:gd name="T43" fmla="*/ 59 h 94"/>
                <a:gd name="T44" fmla="*/ 16 w 94"/>
                <a:gd name="T45" fmla="*/ 60 h 94"/>
                <a:gd name="T46" fmla="*/ 29 w 94"/>
                <a:gd name="T47" fmla="*/ 54 h 94"/>
                <a:gd name="T48" fmla="*/ 26 w 94"/>
                <a:gd name="T49" fmla="*/ 74 h 94"/>
                <a:gd name="T50" fmla="*/ 32 w 94"/>
                <a:gd name="T51" fmla="*/ 78 h 94"/>
                <a:gd name="T52" fmla="*/ 32 w 94"/>
                <a:gd name="T53" fmla="*/ 78 h 94"/>
                <a:gd name="T54" fmla="*/ 33 w 94"/>
                <a:gd name="T55" fmla="*/ 79 h 94"/>
                <a:gd name="T56" fmla="*/ 34 w 94"/>
                <a:gd name="T57" fmla="*/ 78 h 94"/>
                <a:gd name="T58" fmla="*/ 36 w 94"/>
                <a:gd name="T59" fmla="*/ 55 h 94"/>
                <a:gd name="T60" fmla="*/ 48 w 94"/>
                <a:gd name="T61" fmla="*/ 67 h 94"/>
                <a:gd name="T62" fmla="*/ 60 w 94"/>
                <a:gd name="T63" fmla="*/ 79 h 94"/>
                <a:gd name="T64" fmla="*/ 65 w 94"/>
                <a:gd name="T65" fmla="*/ 77 h 94"/>
                <a:gd name="T66" fmla="*/ 66 w 94"/>
                <a:gd name="T67" fmla="*/ 74 h 94"/>
                <a:gd name="T68" fmla="*/ 54 w 94"/>
                <a:gd name="T69" fmla="*/ 62 h 94"/>
                <a:gd name="T70" fmla="*/ 39 w 94"/>
                <a:gd name="T71" fmla="*/ 48 h 94"/>
                <a:gd name="T72" fmla="*/ 41 w 94"/>
                <a:gd name="T73" fmla="*/ 43 h 94"/>
                <a:gd name="T74" fmla="*/ 43 w 94"/>
                <a:gd name="T75" fmla="*/ 39 h 94"/>
                <a:gd name="T76" fmla="*/ 49 w 94"/>
                <a:gd name="T77" fmla="*/ 42 h 94"/>
                <a:gd name="T78" fmla="*/ 77 w 94"/>
                <a:gd name="T79" fmla="*/ 64 h 94"/>
                <a:gd name="T80" fmla="*/ 78 w 94"/>
                <a:gd name="T81" fmla="*/ 62 h 94"/>
                <a:gd name="T82" fmla="*/ 78 w 94"/>
                <a:gd name="T83" fmla="*/ 62 h 94"/>
                <a:gd name="T84" fmla="*/ 80 w 94"/>
                <a:gd name="T85" fmla="*/ 56 h 94"/>
                <a:gd name="T86" fmla="*/ 53 w 94"/>
                <a:gd name="T87" fmla="*/ 35 h 94"/>
                <a:gd name="T88" fmla="*/ 47 w 94"/>
                <a:gd name="T89" fmla="*/ 32 h 94"/>
                <a:gd name="T90" fmla="*/ 50 w 94"/>
                <a:gd name="T91" fmla="*/ 28 h 94"/>
                <a:gd name="T92" fmla="*/ 56 w 94"/>
                <a:gd name="T93" fmla="*/ 30 h 94"/>
                <a:gd name="T94" fmla="*/ 74 w 94"/>
                <a:gd name="T95" fmla="*/ 28 h 94"/>
                <a:gd name="T96" fmla="*/ 71 w 94"/>
                <a:gd name="T97" fmla="*/ 23 h 94"/>
                <a:gd name="T98" fmla="*/ 70 w 94"/>
                <a:gd name="T99" fmla="*/ 22 h 94"/>
                <a:gd name="T100" fmla="*/ 58 w 94"/>
                <a:gd name="T101" fmla="*/ 23 h 94"/>
                <a:gd name="T102" fmla="*/ 55 w 94"/>
                <a:gd name="T103" fmla="*/ 22 h 94"/>
                <a:gd name="T104" fmla="*/ 62 w 94"/>
                <a:gd name="T105" fmla="*/ 16 h 94"/>
                <a:gd name="T106" fmla="*/ 53 w 94"/>
                <a:gd name="T107" fmla="*/ 14 h 94"/>
                <a:gd name="T108" fmla="*/ 49 w 94"/>
                <a:gd name="T109" fmla="*/ 18 h 94"/>
                <a:gd name="T110" fmla="*/ 43 w 94"/>
                <a:gd name="T111" fmla="*/ 13 h 94"/>
                <a:gd name="T112" fmla="*/ 37 w 94"/>
                <a:gd name="T113" fmla="*/ 15 h 94"/>
                <a:gd name="T114" fmla="*/ 35 w 94"/>
                <a:gd name="T115" fmla="*/ 16 h 94"/>
                <a:gd name="T116" fmla="*/ 44 w 94"/>
                <a:gd name="T117" fmla="*/ 24 h 94"/>
                <a:gd name="T118" fmla="*/ 40 w 94"/>
                <a:gd name="T119" fmla="*/ 30 h 94"/>
                <a:gd name="T120" fmla="*/ 20 w 94"/>
                <a:gd name="T121" fmla="*/ 27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4" h="94" fill="norm" stroke="1" extrusionOk="0">
                  <a:moveTo>
                    <a:pt x="6" y="28"/>
                  </a:moveTo>
                  <a:cubicBezTo>
                    <a:pt x="11" y="16"/>
                    <a:pt x="21" y="8"/>
                    <a:pt x="32" y="4"/>
                  </a:cubicBezTo>
                  <a:cubicBezTo>
                    <a:pt x="43" y="0"/>
                    <a:pt x="56" y="1"/>
                    <a:pt x="67" y="6"/>
                  </a:cubicBezTo>
                  <a:cubicBezTo>
                    <a:pt x="78" y="12"/>
                    <a:pt x="86" y="21"/>
                    <a:pt x="90" y="32"/>
                  </a:cubicBezTo>
                  <a:cubicBezTo>
                    <a:pt x="94" y="43"/>
                    <a:pt x="94" y="56"/>
                    <a:pt x="88" y="67"/>
                  </a:cubicBezTo>
                  <a:cubicBezTo>
                    <a:pt x="88" y="67"/>
                    <a:pt x="88" y="67"/>
                    <a:pt x="88" y="67"/>
                  </a:cubicBezTo>
                  <a:cubicBezTo>
                    <a:pt x="83" y="78"/>
                    <a:pt x="73" y="87"/>
                    <a:pt x="62" y="90"/>
                  </a:cubicBezTo>
                  <a:cubicBezTo>
                    <a:pt x="51" y="94"/>
                    <a:pt x="39" y="94"/>
                    <a:pt x="27" y="89"/>
                  </a:cubicBezTo>
                  <a:cubicBezTo>
                    <a:pt x="27" y="89"/>
                    <a:pt x="27" y="89"/>
                    <a:pt x="27" y="89"/>
                  </a:cubicBezTo>
                  <a:cubicBezTo>
                    <a:pt x="16" y="83"/>
                    <a:pt x="8" y="73"/>
                    <a:pt x="4" y="62"/>
                  </a:cubicBezTo>
                  <a:cubicBezTo>
                    <a:pt x="0" y="51"/>
                    <a:pt x="1" y="39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lose/>
                  <a:moveTo>
                    <a:pt x="20" y="27"/>
                  </a:moveTo>
                  <a:cubicBezTo>
                    <a:pt x="18" y="29"/>
                    <a:pt x="17" y="30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3"/>
                    <a:pt x="15" y="34"/>
                    <a:pt x="15" y="35"/>
                  </a:cubicBezTo>
                  <a:cubicBezTo>
                    <a:pt x="21" y="34"/>
                    <a:pt x="28" y="34"/>
                    <a:pt x="36" y="37"/>
                  </a:cubicBezTo>
                  <a:cubicBezTo>
                    <a:pt x="35" y="38"/>
                    <a:pt x="35" y="39"/>
                    <a:pt x="34" y="40"/>
                  </a:cubicBezTo>
                  <a:cubicBezTo>
                    <a:pt x="33" y="42"/>
                    <a:pt x="32" y="43"/>
                    <a:pt x="32" y="45"/>
                  </a:cubicBezTo>
                  <a:cubicBezTo>
                    <a:pt x="26" y="45"/>
                    <a:pt x="20" y="47"/>
                    <a:pt x="13" y="53"/>
                  </a:cubicBezTo>
                  <a:cubicBezTo>
                    <a:pt x="14" y="55"/>
                    <a:pt x="14" y="57"/>
                    <a:pt x="15" y="59"/>
                  </a:cubicBezTo>
                  <a:cubicBezTo>
                    <a:pt x="15" y="59"/>
                    <a:pt x="15" y="59"/>
                    <a:pt x="15" y="59"/>
                  </a:cubicBezTo>
                  <a:cubicBezTo>
                    <a:pt x="16" y="60"/>
                    <a:pt x="16" y="60"/>
                    <a:pt x="16" y="60"/>
                  </a:cubicBezTo>
                  <a:cubicBezTo>
                    <a:pt x="21" y="56"/>
                    <a:pt x="25" y="54"/>
                    <a:pt x="29" y="54"/>
                  </a:cubicBezTo>
                  <a:cubicBezTo>
                    <a:pt x="27" y="61"/>
                    <a:pt x="26" y="68"/>
                    <a:pt x="26" y="74"/>
                  </a:cubicBezTo>
                  <a:cubicBezTo>
                    <a:pt x="28" y="76"/>
                    <a:pt x="30" y="77"/>
                    <a:pt x="32" y="78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8"/>
                    <a:pt x="33" y="78"/>
                    <a:pt x="33" y="79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3" y="72"/>
                    <a:pt x="34" y="64"/>
                    <a:pt x="36" y="55"/>
                  </a:cubicBezTo>
                  <a:cubicBezTo>
                    <a:pt x="41" y="58"/>
                    <a:pt x="44" y="62"/>
                    <a:pt x="48" y="67"/>
                  </a:cubicBezTo>
                  <a:cubicBezTo>
                    <a:pt x="52" y="71"/>
                    <a:pt x="56" y="76"/>
                    <a:pt x="60" y="79"/>
                  </a:cubicBezTo>
                  <a:cubicBezTo>
                    <a:pt x="62" y="78"/>
                    <a:pt x="63" y="78"/>
                    <a:pt x="65" y="77"/>
                  </a:cubicBezTo>
                  <a:cubicBezTo>
                    <a:pt x="66" y="74"/>
                    <a:pt x="66" y="74"/>
                    <a:pt x="66" y="74"/>
                  </a:cubicBezTo>
                  <a:cubicBezTo>
                    <a:pt x="62" y="71"/>
                    <a:pt x="58" y="67"/>
                    <a:pt x="54" y="62"/>
                  </a:cubicBezTo>
                  <a:cubicBezTo>
                    <a:pt x="49" y="56"/>
                    <a:pt x="44" y="51"/>
                    <a:pt x="39" y="48"/>
                  </a:cubicBezTo>
                  <a:cubicBezTo>
                    <a:pt x="40" y="46"/>
                    <a:pt x="40" y="45"/>
                    <a:pt x="41" y="43"/>
                  </a:cubicBezTo>
                  <a:cubicBezTo>
                    <a:pt x="42" y="42"/>
                    <a:pt x="42" y="40"/>
                    <a:pt x="43" y="39"/>
                  </a:cubicBezTo>
                  <a:cubicBezTo>
                    <a:pt x="45" y="40"/>
                    <a:pt x="47" y="41"/>
                    <a:pt x="49" y="42"/>
                  </a:cubicBezTo>
                  <a:cubicBezTo>
                    <a:pt x="61" y="47"/>
                    <a:pt x="71" y="55"/>
                    <a:pt x="77" y="64"/>
                  </a:cubicBezTo>
                  <a:cubicBezTo>
                    <a:pt x="77" y="63"/>
                    <a:pt x="78" y="63"/>
                    <a:pt x="78" y="62"/>
                  </a:cubicBezTo>
                  <a:cubicBezTo>
                    <a:pt x="78" y="62"/>
                    <a:pt x="78" y="62"/>
                    <a:pt x="78" y="62"/>
                  </a:cubicBezTo>
                  <a:cubicBezTo>
                    <a:pt x="79" y="60"/>
                    <a:pt x="80" y="58"/>
                    <a:pt x="80" y="56"/>
                  </a:cubicBezTo>
                  <a:cubicBezTo>
                    <a:pt x="74" y="47"/>
                    <a:pt x="63" y="40"/>
                    <a:pt x="53" y="35"/>
                  </a:cubicBezTo>
                  <a:cubicBezTo>
                    <a:pt x="51" y="34"/>
                    <a:pt x="49" y="33"/>
                    <a:pt x="47" y="32"/>
                  </a:cubicBezTo>
                  <a:cubicBezTo>
                    <a:pt x="48" y="31"/>
                    <a:pt x="49" y="29"/>
                    <a:pt x="50" y="28"/>
                  </a:cubicBezTo>
                  <a:cubicBezTo>
                    <a:pt x="52" y="29"/>
                    <a:pt x="54" y="30"/>
                    <a:pt x="56" y="30"/>
                  </a:cubicBezTo>
                  <a:cubicBezTo>
                    <a:pt x="66" y="32"/>
                    <a:pt x="73" y="28"/>
                    <a:pt x="74" y="28"/>
                  </a:cubicBezTo>
                  <a:cubicBezTo>
                    <a:pt x="71" y="23"/>
                    <a:pt x="71" y="23"/>
                    <a:pt x="71" y="23"/>
                  </a:cubicBezTo>
                  <a:cubicBezTo>
                    <a:pt x="71" y="22"/>
                    <a:pt x="70" y="22"/>
                    <a:pt x="70" y="22"/>
                  </a:cubicBezTo>
                  <a:cubicBezTo>
                    <a:pt x="68" y="22"/>
                    <a:pt x="63" y="24"/>
                    <a:pt x="58" y="23"/>
                  </a:cubicBezTo>
                  <a:cubicBezTo>
                    <a:pt x="57" y="23"/>
                    <a:pt x="56" y="22"/>
                    <a:pt x="55" y="22"/>
                  </a:cubicBezTo>
                  <a:cubicBezTo>
                    <a:pt x="57" y="20"/>
                    <a:pt x="60" y="18"/>
                    <a:pt x="62" y="16"/>
                  </a:cubicBezTo>
                  <a:cubicBezTo>
                    <a:pt x="59" y="15"/>
                    <a:pt x="56" y="14"/>
                    <a:pt x="53" y="14"/>
                  </a:cubicBezTo>
                  <a:cubicBezTo>
                    <a:pt x="52" y="15"/>
                    <a:pt x="50" y="16"/>
                    <a:pt x="49" y="18"/>
                  </a:cubicBezTo>
                  <a:cubicBezTo>
                    <a:pt x="47" y="16"/>
                    <a:pt x="45" y="15"/>
                    <a:pt x="43" y="13"/>
                  </a:cubicBezTo>
                  <a:cubicBezTo>
                    <a:pt x="41" y="14"/>
                    <a:pt x="39" y="14"/>
                    <a:pt x="37" y="15"/>
                  </a:cubicBezTo>
                  <a:cubicBezTo>
                    <a:pt x="35" y="16"/>
                    <a:pt x="35" y="16"/>
                    <a:pt x="35" y="16"/>
                  </a:cubicBezTo>
                  <a:cubicBezTo>
                    <a:pt x="35" y="16"/>
                    <a:pt x="39" y="20"/>
                    <a:pt x="44" y="24"/>
                  </a:cubicBezTo>
                  <a:cubicBezTo>
                    <a:pt x="42" y="26"/>
                    <a:pt x="41" y="28"/>
                    <a:pt x="40" y="30"/>
                  </a:cubicBezTo>
                  <a:cubicBezTo>
                    <a:pt x="33" y="28"/>
                    <a:pt x="26" y="27"/>
                    <a:pt x="20" y="2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6430" tIns="48216" rIns="96430" bIns="48216" numCol="1" anchor="t" anchorCtr="0" compatLnSpc="1"/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  <a:defRPr/>
              </a:pPr>
              <a:endParaRPr lang="zh-CN" sz="950">
                <a:solidFill>
                  <a:prstClr val="black"/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25" name="Freeform 24"/>
            <p:cNvSpPr>
              <a:spLocks noEditPoints="1"/>
            </p:cNvSpPr>
            <p:nvPr/>
          </p:nvSpPr>
          <p:spPr bwMode="auto">
            <a:xfrm>
              <a:off x="6878905" y="3031425"/>
              <a:ext cx="377843" cy="362576"/>
            </a:xfrm>
            <a:custGeom>
              <a:avLst/>
              <a:gdLst>
                <a:gd name="T0" fmla="*/ 80 w 198"/>
                <a:gd name="T1" fmla="*/ 39 h 190"/>
                <a:gd name="T2" fmla="*/ 32 w 198"/>
                <a:gd name="T3" fmla="*/ 39 h 190"/>
                <a:gd name="T4" fmla="*/ 24 w 198"/>
                <a:gd name="T5" fmla="*/ 52 h 190"/>
                <a:gd name="T6" fmla="*/ 32 w 198"/>
                <a:gd name="T7" fmla="*/ 65 h 190"/>
                <a:gd name="T8" fmla="*/ 80 w 198"/>
                <a:gd name="T9" fmla="*/ 65 h 190"/>
                <a:gd name="T10" fmla="*/ 80 w 198"/>
                <a:gd name="T11" fmla="*/ 39 h 190"/>
                <a:gd name="T12" fmla="*/ 80 w 198"/>
                <a:gd name="T13" fmla="*/ 39 h 190"/>
                <a:gd name="T14" fmla="*/ 114 w 198"/>
                <a:gd name="T15" fmla="*/ 65 h 190"/>
                <a:gd name="T16" fmla="*/ 170 w 198"/>
                <a:gd name="T17" fmla="*/ 65 h 190"/>
                <a:gd name="T18" fmla="*/ 177 w 198"/>
                <a:gd name="T19" fmla="*/ 65 h 190"/>
                <a:gd name="T20" fmla="*/ 179 w 198"/>
                <a:gd name="T21" fmla="*/ 69 h 190"/>
                <a:gd name="T22" fmla="*/ 194 w 198"/>
                <a:gd name="T23" fmla="*/ 93 h 190"/>
                <a:gd name="T24" fmla="*/ 198 w 198"/>
                <a:gd name="T25" fmla="*/ 99 h 190"/>
                <a:gd name="T26" fmla="*/ 194 w 198"/>
                <a:gd name="T27" fmla="*/ 103 h 190"/>
                <a:gd name="T28" fmla="*/ 179 w 198"/>
                <a:gd name="T29" fmla="*/ 127 h 190"/>
                <a:gd name="T30" fmla="*/ 177 w 198"/>
                <a:gd name="T31" fmla="*/ 134 h 190"/>
                <a:gd name="T32" fmla="*/ 170 w 198"/>
                <a:gd name="T33" fmla="*/ 134 h 190"/>
                <a:gd name="T34" fmla="*/ 114 w 198"/>
                <a:gd name="T35" fmla="*/ 134 h 190"/>
                <a:gd name="T36" fmla="*/ 114 w 198"/>
                <a:gd name="T37" fmla="*/ 164 h 190"/>
                <a:gd name="T38" fmla="*/ 164 w 198"/>
                <a:gd name="T39" fmla="*/ 164 h 190"/>
                <a:gd name="T40" fmla="*/ 164 w 198"/>
                <a:gd name="T41" fmla="*/ 190 h 190"/>
                <a:gd name="T42" fmla="*/ 37 w 198"/>
                <a:gd name="T43" fmla="*/ 190 h 190"/>
                <a:gd name="T44" fmla="*/ 37 w 198"/>
                <a:gd name="T45" fmla="*/ 164 h 190"/>
                <a:gd name="T46" fmla="*/ 82 w 198"/>
                <a:gd name="T47" fmla="*/ 164 h 190"/>
                <a:gd name="T48" fmla="*/ 82 w 198"/>
                <a:gd name="T49" fmla="*/ 86 h 190"/>
                <a:gd name="T50" fmla="*/ 26 w 198"/>
                <a:gd name="T51" fmla="*/ 86 h 190"/>
                <a:gd name="T52" fmla="*/ 19 w 198"/>
                <a:gd name="T53" fmla="*/ 86 h 190"/>
                <a:gd name="T54" fmla="*/ 17 w 198"/>
                <a:gd name="T55" fmla="*/ 80 h 190"/>
                <a:gd name="T56" fmla="*/ 2 w 198"/>
                <a:gd name="T57" fmla="*/ 56 h 190"/>
                <a:gd name="T58" fmla="*/ 0 w 198"/>
                <a:gd name="T59" fmla="*/ 52 h 190"/>
                <a:gd name="T60" fmla="*/ 2 w 198"/>
                <a:gd name="T61" fmla="*/ 45 h 190"/>
                <a:gd name="T62" fmla="*/ 17 w 198"/>
                <a:gd name="T63" fmla="*/ 21 h 190"/>
                <a:gd name="T64" fmla="*/ 19 w 198"/>
                <a:gd name="T65" fmla="*/ 17 h 190"/>
                <a:gd name="T66" fmla="*/ 26 w 198"/>
                <a:gd name="T67" fmla="*/ 17 h 190"/>
                <a:gd name="T68" fmla="*/ 82 w 198"/>
                <a:gd name="T69" fmla="*/ 17 h 190"/>
                <a:gd name="T70" fmla="*/ 82 w 198"/>
                <a:gd name="T71" fmla="*/ 13 h 190"/>
                <a:gd name="T72" fmla="*/ 99 w 198"/>
                <a:gd name="T73" fmla="*/ 0 h 190"/>
                <a:gd name="T74" fmla="*/ 114 w 198"/>
                <a:gd name="T75" fmla="*/ 13 h 190"/>
                <a:gd name="T76" fmla="*/ 114 w 198"/>
                <a:gd name="T77" fmla="*/ 65 h 190"/>
                <a:gd name="T78" fmla="*/ 114 w 198"/>
                <a:gd name="T79" fmla="*/ 65 h 190"/>
                <a:gd name="T80" fmla="*/ 166 w 198"/>
                <a:gd name="T81" fmla="*/ 84 h 190"/>
                <a:gd name="T82" fmla="*/ 116 w 198"/>
                <a:gd name="T83" fmla="*/ 84 h 190"/>
                <a:gd name="T84" fmla="*/ 116 w 198"/>
                <a:gd name="T85" fmla="*/ 112 h 190"/>
                <a:gd name="T86" fmla="*/ 166 w 198"/>
                <a:gd name="T87" fmla="*/ 112 h 190"/>
                <a:gd name="T88" fmla="*/ 175 w 198"/>
                <a:gd name="T89" fmla="*/ 99 h 190"/>
                <a:gd name="T90" fmla="*/ 166 w 198"/>
                <a:gd name="T91" fmla="*/ 84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98" h="190" fill="norm" stroke="1" extrusionOk="0">
                  <a:moveTo>
                    <a:pt x="80" y="39"/>
                  </a:moveTo>
                  <a:lnTo>
                    <a:pt x="32" y="39"/>
                  </a:lnTo>
                  <a:lnTo>
                    <a:pt x="24" y="52"/>
                  </a:lnTo>
                  <a:lnTo>
                    <a:pt x="32" y="65"/>
                  </a:lnTo>
                  <a:lnTo>
                    <a:pt x="80" y="65"/>
                  </a:lnTo>
                  <a:lnTo>
                    <a:pt x="80" y="39"/>
                  </a:lnTo>
                  <a:lnTo>
                    <a:pt x="80" y="39"/>
                  </a:lnTo>
                  <a:close/>
                  <a:moveTo>
                    <a:pt x="114" y="65"/>
                  </a:moveTo>
                  <a:lnTo>
                    <a:pt x="170" y="65"/>
                  </a:lnTo>
                  <a:lnTo>
                    <a:pt x="177" y="65"/>
                  </a:lnTo>
                  <a:lnTo>
                    <a:pt x="179" y="69"/>
                  </a:lnTo>
                  <a:lnTo>
                    <a:pt x="194" y="93"/>
                  </a:lnTo>
                  <a:lnTo>
                    <a:pt x="198" y="99"/>
                  </a:lnTo>
                  <a:lnTo>
                    <a:pt x="194" y="103"/>
                  </a:lnTo>
                  <a:lnTo>
                    <a:pt x="179" y="127"/>
                  </a:lnTo>
                  <a:lnTo>
                    <a:pt x="177" y="134"/>
                  </a:lnTo>
                  <a:lnTo>
                    <a:pt x="170" y="134"/>
                  </a:lnTo>
                  <a:lnTo>
                    <a:pt x="114" y="134"/>
                  </a:lnTo>
                  <a:lnTo>
                    <a:pt x="114" y="164"/>
                  </a:lnTo>
                  <a:lnTo>
                    <a:pt x="164" y="164"/>
                  </a:lnTo>
                  <a:lnTo>
                    <a:pt x="164" y="190"/>
                  </a:lnTo>
                  <a:lnTo>
                    <a:pt x="37" y="190"/>
                  </a:lnTo>
                  <a:lnTo>
                    <a:pt x="37" y="164"/>
                  </a:lnTo>
                  <a:lnTo>
                    <a:pt x="82" y="164"/>
                  </a:lnTo>
                  <a:lnTo>
                    <a:pt x="82" y="86"/>
                  </a:lnTo>
                  <a:lnTo>
                    <a:pt x="26" y="86"/>
                  </a:lnTo>
                  <a:lnTo>
                    <a:pt x="19" y="86"/>
                  </a:lnTo>
                  <a:lnTo>
                    <a:pt x="17" y="80"/>
                  </a:lnTo>
                  <a:lnTo>
                    <a:pt x="2" y="56"/>
                  </a:lnTo>
                  <a:lnTo>
                    <a:pt x="0" y="52"/>
                  </a:lnTo>
                  <a:lnTo>
                    <a:pt x="2" y="45"/>
                  </a:lnTo>
                  <a:lnTo>
                    <a:pt x="17" y="21"/>
                  </a:lnTo>
                  <a:lnTo>
                    <a:pt x="19" y="17"/>
                  </a:lnTo>
                  <a:lnTo>
                    <a:pt x="26" y="17"/>
                  </a:lnTo>
                  <a:lnTo>
                    <a:pt x="82" y="17"/>
                  </a:lnTo>
                  <a:lnTo>
                    <a:pt x="82" y="13"/>
                  </a:lnTo>
                  <a:lnTo>
                    <a:pt x="99" y="0"/>
                  </a:lnTo>
                  <a:lnTo>
                    <a:pt x="114" y="13"/>
                  </a:lnTo>
                  <a:lnTo>
                    <a:pt x="114" y="65"/>
                  </a:lnTo>
                  <a:lnTo>
                    <a:pt x="114" y="65"/>
                  </a:lnTo>
                  <a:close/>
                  <a:moveTo>
                    <a:pt x="166" y="84"/>
                  </a:moveTo>
                  <a:lnTo>
                    <a:pt x="116" y="84"/>
                  </a:lnTo>
                  <a:lnTo>
                    <a:pt x="116" y="112"/>
                  </a:lnTo>
                  <a:lnTo>
                    <a:pt x="166" y="112"/>
                  </a:lnTo>
                  <a:lnTo>
                    <a:pt x="175" y="99"/>
                  </a:lnTo>
                  <a:lnTo>
                    <a:pt x="166" y="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6430" tIns="48216" rIns="96430" bIns="48216" numCol="1" anchor="t" anchorCtr="0" compatLnSpc="1"/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  <a:defRPr/>
              </a:pPr>
              <a:endParaRPr lang="zh-CN" sz="950">
                <a:solidFill>
                  <a:prstClr val="black"/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26" name="Freeform 25"/>
            <p:cNvSpPr>
              <a:spLocks noEditPoints="1"/>
            </p:cNvSpPr>
            <p:nvPr/>
          </p:nvSpPr>
          <p:spPr bwMode="auto">
            <a:xfrm>
              <a:off x="5005051" y="4114114"/>
              <a:ext cx="337768" cy="330136"/>
            </a:xfrm>
            <a:custGeom>
              <a:avLst/>
              <a:gdLst>
                <a:gd name="T0" fmla="*/ 74 w 82"/>
                <a:gd name="T1" fmla="*/ 6 h 80"/>
                <a:gd name="T2" fmla="*/ 67 w 82"/>
                <a:gd name="T3" fmla="*/ 27 h 80"/>
                <a:gd name="T4" fmla="*/ 65 w 82"/>
                <a:gd name="T5" fmla="*/ 30 h 80"/>
                <a:gd name="T6" fmla="*/ 75 w 82"/>
                <a:gd name="T7" fmla="*/ 71 h 80"/>
                <a:gd name="T8" fmla="*/ 66 w 82"/>
                <a:gd name="T9" fmla="*/ 80 h 80"/>
                <a:gd name="T10" fmla="*/ 44 w 82"/>
                <a:gd name="T11" fmla="*/ 50 h 80"/>
                <a:gd name="T12" fmla="*/ 36 w 82"/>
                <a:gd name="T13" fmla="*/ 57 h 80"/>
                <a:gd name="T14" fmla="*/ 39 w 82"/>
                <a:gd name="T15" fmla="*/ 70 h 80"/>
                <a:gd name="T16" fmla="*/ 34 w 82"/>
                <a:gd name="T17" fmla="*/ 75 h 80"/>
                <a:gd name="T18" fmla="*/ 26 w 82"/>
                <a:gd name="T19" fmla="*/ 61 h 80"/>
                <a:gd name="T20" fmla="*/ 21 w 82"/>
                <a:gd name="T21" fmla="*/ 67 h 80"/>
                <a:gd name="T22" fmla="*/ 16 w 82"/>
                <a:gd name="T23" fmla="*/ 62 h 80"/>
                <a:gd name="T24" fmla="*/ 21 w 82"/>
                <a:gd name="T25" fmla="*/ 57 h 80"/>
                <a:gd name="T26" fmla="*/ 7 w 82"/>
                <a:gd name="T27" fmla="*/ 50 h 80"/>
                <a:gd name="T28" fmla="*/ 12 w 82"/>
                <a:gd name="T29" fmla="*/ 44 h 80"/>
                <a:gd name="T30" fmla="*/ 25 w 82"/>
                <a:gd name="T31" fmla="*/ 47 h 80"/>
                <a:gd name="T32" fmla="*/ 32 w 82"/>
                <a:gd name="T33" fmla="*/ 39 h 80"/>
                <a:gd name="T34" fmla="*/ 0 w 82"/>
                <a:gd name="T35" fmla="*/ 18 h 80"/>
                <a:gd name="T36" fmla="*/ 9 w 82"/>
                <a:gd name="T37" fmla="*/ 8 h 80"/>
                <a:gd name="T38" fmla="*/ 51 w 82"/>
                <a:gd name="T39" fmla="*/ 16 h 80"/>
                <a:gd name="T40" fmla="*/ 53 w 82"/>
                <a:gd name="T41" fmla="*/ 13 h 80"/>
                <a:gd name="T42" fmla="*/ 74 w 82"/>
                <a:gd name="T43" fmla="*/ 6 h 80"/>
                <a:gd name="T44" fmla="*/ 82 w 82"/>
                <a:gd name="T45" fmla="*/ 50 h 80"/>
                <a:gd name="T46" fmla="*/ 74 w 82"/>
                <a:gd name="T47" fmla="*/ 42 h 80"/>
                <a:gd name="T48" fmla="*/ 72 w 82"/>
                <a:gd name="T49" fmla="*/ 44 h 80"/>
                <a:gd name="T50" fmla="*/ 76 w 82"/>
                <a:gd name="T51" fmla="*/ 57 h 80"/>
                <a:gd name="T52" fmla="*/ 82 w 82"/>
                <a:gd name="T53" fmla="*/ 50 h 80"/>
                <a:gd name="T54" fmla="*/ 29 w 82"/>
                <a:gd name="T55" fmla="*/ 0 h 80"/>
                <a:gd name="T56" fmla="*/ 23 w 82"/>
                <a:gd name="T57" fmla="*/ 7 h 80"/>
                <a:gd name="T58" fmla="*/ 36 w 82"/>
                <a:gd name="T59" fmla="*/ 10 h 80"/>
                <a:gd name="T60" fmla="*/ 37 w 82"/>
                <a:gd name="T61" fmla="*/ 8 h 80"/>
                <a:gd name="T62" fmla="*/ 29 w 82"/>
                <a:gd name="T63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2" h="80" fill="norm" stroke="1" extrusionOk="0">
                  <a:moveTo>
                    <a:pt x="74" y="6"/>
                  </a:moveTo>
                  <a:cubicBezTo>
                    <a:pt x="76" y="15"/>
                    <a:pt x="74" y="21"/>
                    <a:pt x="67" y="27"/>
                  </a:cubicBezTo>
                  <a:cubicBezTo>
                    <a:pt x="65" y="30"/>
                    <a:pt x="65" y="30"/>
                    <a:pt x="65" y="30"/>
                  </a:cubicBezTo>
                  <a:cubicBezTo>
                    <a:pt x="75" y="71"/>
                    <a:pt x="75" y="71"/>
                    <a:pt x="75" y="71"/>
                  </a:cubicBezTo>
                  <a:cubicBezTo>
                    <a:pt x="66" y="80"/>
                    <a:pt x="66" y="80"/>
                    <a:pt x="66" y="80"/>
                  </a:cubicBezTo>
                  <a:cubicBezTo>
                    <a:pt x="44" y="50"/>
                    <a:pt x="44" y="50"/>
                    <a:pt x="44" y="50"/>
                  </a:cubicBezTo>
                  <a:cubicBezTo>
                    <a:pt x="36" y="57"/>
                    <a:pt x="36" y="57"/>
                    <a:pt x="36" y="57"/>
                  </a:cubicBezTo>
                  <a:cubicBezTo>
                    <a:pt x="39" y="70"/>
                    <a:pt x="39" y="70"/>
                    <a:pt x="39" y="70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26" y="61"/>
                    <a:pt x="26" y="61"/>
                    <a:pt x="26" y="61"/>
                  </a:cubicBezTo>
                  <a:cubicBezTo>
                    <a:pt x="21" y="67"/>
                    <a:pt x="21" y="67"/>
                    <a:pt x="21" y="67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53" y="13"/>
                    <a:pt x="53" y="13"/>
                    <a:pt x="53" y="13"/>
                  </a:cubicBezTo>
                  <a:cubicBezTo>
                    <a:pt x="60" y="5"/>
                    <a:pt x="67" y="4"/>
                    <a:pt x="74" y="6"/>
                  </a:cubicBezTo>
                  <a:close/>
                  <a:moveTo>
                    <a:pt x="82" y="50"/>
                  </a:moveTo>
                  <a:cubicBezTo>
                    <a:pt x="74" y="42"/>
                    <a:pt x="74" y="42"/>
                    <a:pt x="74" y="42"/>
                  </a:cubicBezTo>
                  <a:cubicBezTo>
                    <a:pt x="72" y="44"/>
                    <a:pt x="72" y="44"/>
                    <a:pt x="72" y="44"/>
                  </a:cubicBezTo>
                  <a:cubicBezTo>
                    <a:pt x="76" y="57"/>
                    <a:pt x="76" y="57"/>
                    <a:pt x="76" y="57"/>
                  </a:cubicBezTo>
                  <a:cubicBezTo>
                    <a:pt x="82" y="50"/>
                    <a:pt x="82" y="50"/>
                    <a:pt x="82" y="50"/>
                  </a:cubicBezTo>
                  <a:close/>
                  <a:moveTo>
                    <a:pt x="29" y="0"/>
                  </a:moveTo>
                  <a:cubicBezTo>
                    <a:pt x="23" y="7"/>
                    <a:pt x="23" y="7"/>
                    <a:pt x="23" y="7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7" y="8"/>
                    <a:pt x="37" y="8"/>
                    <a:pt x="37" y="8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6430" tIns="48216" rIns="96430" bIns="48216" numCol="1" anchor="t" anchorCtr="0" compatLnSpc="1"/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  <a:defRPr/>
              </a:pPr>
              <a:endParaRPr lang="zh-CN" sz="950">
                <a:solidFill>
                  <a:prstClr val="black"/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27" name="Freeform 26"/>
            <p:cNvSpPr>
              <a:spLocks noEditPoints="1"/>
            </p:cNvSpPr>
            <p:nvPr/>
          </p:nvSpPr>
          <p:spPr bwMode="auto">
            <a:xfrm>
              <a:off x="8773924" y="4087398"/>
              <a:ext cx="316777" cy="383568"/>
            </a:xfrm>
            <a:custGeom>
              <a:avLst/>
              <a:gdLst>
                <a:gd name="T0" fmla="*/ 0 w 77"/>
                <a:gd name="T1" fmla="*/ 85 h 93"/>
                <a:gd name="T2" fmla="*/ 30 w 77"/>
                <a:gd name="T3" fmla="*/ 20 h 93"/>
                <a:gd name="T4" fmla="*/ 38 w 77"/>
                <a:gd name="T5" fmla="*/ 26 h 93"/>
                <a:gd name="T6" fmla="*/ 39 w 77"/>
                <a:gd name="T7" fmla="*/ 27 h 93"/>
                <a:gd name="T8" fmla="*/ 39 w 77"/>
                <a:gd name="T9" fmla="*/ 27 h 93"/>
                <a:gd name="T10" fmla="*/ 40 w 77"/>
                <a:gd name="T11" fmla="*/ 27 h 93"/>
                <a:gd name="T12" fmla="*/ 40 w 77"/>
                <a:gd name="T13" fmla="*/ 28 h 93"/>
                <a:gd name="T14" fmla="*/ 40 w 77"/>
                <a:gd name="T15" fmla="*/ 28 h 93"/>
                <a:gd name="T16" fmla="*/ 41 w 77"/>
                <a:gd name="T17" fmla="*/ 28 h 93"/>
                <a:gd name="T18" fmla="*/ 41 w 77"/>
                <a:gd name="T19" fmla="*/ 29 h 93"/>
                <a:gd name="T20" fmla="*/ 42 w 77"/>
                <a:gd name="T21" fmla="*/ 29 h 93"/>
                <a:gd name="T22" fmla="*/ 42 w 77"/>
                <a:gd name="T23" fmla="*/ 29 h 93"/>
                <a:gd name="T24" fmla="*/ 43 w 77"/>
                <a:gd name="T25" fmla="*/ 29 h 93"/>
                <a:gd name="T26" fmla="*/ 43 w 77"/>
                <a:gd name="T27" fmla="*/ 30 h 93"/>
                <a:gd name="T28" fmla="*/ 43 w 77"/>
                <a:gd name="T29" fmla="*/ 30 h 93"/>
                <a:gd name="T30" fmla="*/ 48 w 77"/>
                <a:gd name="T31" fmla="*/ 33 h 93"/>
                <a:gd name="T32" fmla="*/ 48 w 77"/>
                <a:gd name="T33" fmla="*/ 33 h 93"/>
                <a:gd name="T34" fmla="*/ 49 w 77"/>
                <a:gd name="T35" fmla="*/ 34 h 93"/>
                <a:gd name="T36" fmla="*/ 49 w 77"/>
                <a:gd name="T37" fmla="*/ 34 h 93"/>
                <a:gd name="T38" fmla="*/ 50 w 77"/>
                <a:gd name="T39" fmla="*/ 34 h 93"/>
                <a:gd name="T40" fmla="*/ 50 w 77"/>
                <a:gd name="T41" fmla="*/ 35 h 93"/>
                <a:gd name="T42" fmla="*/ 50 w 77"/>
                <a:gd name="T43" fmla="*/ 35 h 93"/>
                <a:gd name="T44" fmla="*/ 51 w 77"/>
                <a:gd name="T45" fmla="*/ 35 h 93"/>
                <a:gd name="T46" fmla="*/ 51 w 77"/>
                <a:gd name="T47" fmla="*/ 36 h 93"/>
                <a:gd name="T48" fmla="*/ 52 w 77"/>
                <a:gd name="T49" fmla="*/ 36 h 93"/>
                <a:gd name="T50" fmla="*/ 52 w 77"/>
                <a:gd name="T51" fmla="*/ 36 h 93"/>
                <a:gd name="T52" fmla="*/ 53 w 77"/>
                <a:gd name="T53" fmla="*/ 37 h 93"/>
                <a:gd name="T54" fmla="*/ 53 w 77"/>
                <a:gd name="T55" fmla="*/ 37 h 93"/>
                <a:gd name="T56" fmla="*/ 48 w 77"/>
                <a:gd name="T57" fmla="*/ 79 h 93"/>
                <a:gd name="T58" fmla="*/ 7 w 77"/>
                <a:gd name="T59" fmla="*/ 91 h 93"/>
                <a:gd name="T60" fmla="*/ 35 w 77"/>
                <a:gd name="T61" fmla="*/ 64 h 93"/>
                <a:gd name="T62" fmla="*/ 19 w 77"/>
                <a:gd name="T63" fmla="*/ 53 h 93"/>
                <a:gd name="T64" fmla="*/ 3 w 77"/>
                <a:gd name="T65" fmla="*/ 88 h 93"/>
                <a:gd name="T66" fmla="*/ 73 w 77"/>
                <a:gd name="T67" fmla="*/ 93 h 93"/>
                <a:gd name="T68" fmla="*/ 54 w 77"/>
                <a:gd name="T69" fmla="*/ 83 h 93"/>
                <a:gd name="T70" fmla="*/ 69 w 77"/>
                <a:gd name="T71" fmla="*/ 42 h 93"/>
                <a:gd name="T72" fmla="*/ 34 w 77"/>
                <a:gd name="T73" fmla="*/ 0 h 93"/>
                <a:gd name="T74" fmla="*/ 69 w 77"/>
                <a:gd name="T75" fmla="*/ 42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7" h="93" fill="norm" stroke="1" extrusionOk="0">
                  <a:moveTo>
                    <a:pt x="3" y="88"/>
                  </a:moveTo>
                  <a:cubicBezTo>
                    <a:pt x="2" y="87"/>
                    <a:pt x="1" y="86"/>
                    <a:pt x="0" y="85"/>
                  </a:cubicBezTo>
                  <a:cubicBezTo>
                    <a:pt x="0" y="72"/>
                    <a:pt x="0" y="58"/>
                    <a:pt x="0" y="45"/>
                  </a:cubicBezTo>
                  <a:cubicBezTo>
                    <a:pt x="12" y="40"/>
                    <a:pt x="21" y="32"/>
                    <a:pt x="30" y="20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4" y="30"/>
                    <a:pt x="44" y="30"/>
                    <a:pt x="44" y="30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62" y="43"/>
                    <a:pt x="62" y="43"/>
                    <a:pt x="62" y="43"/>
                  </a:cubicBezTo>
                  <a:cubicBezTo>
                    <a:pt x="53" y="55"/>
                    <a:pt x="49" y="67"/>
                    <a:pt x="48" y="79"/>
                  </a:cubicBezTo>
                  <a:cubicBezTo>
                    <a:pt x="36" y="84"/>
                    <a:pt x="23" y="88"/>
                    <a:pt x="11" y="93"/>
                  </a:cubicBezTo>
                  <a:cubicBezTo>
                    <a:pt x="9" y="92"/>
                    <a:pt x="8" y="91"/>
                    <a:pt x="7" y="91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7" y="69"/>
                    <a:pt x="32" y="68"/>
                    <a:pt x="35" y="64"/>
                  </a:cubicBezTo>
                  <a:cubicBezTo>
                    <a:pt x="38" y="60"/>
                    <a:pt x="37" y="54"/>
                    <a:pt x="32" y="51"/>
                  </a:cubicBezTo>
                  <a:cubicBezTo>
                    <a:pt x="28" y="47"/>
                    <a:pt x="22" y="49"/>
                    <a:pt x="19" y="53"/>
                  </a:cubicBezTo>
                  <a:cubicBezTo>
                    <a:pt x="16" y="57"/>
                    <a:pt x="16" y="62"/>
                    <a:pt x="19" y="65"/>
                  </a:cubicBezTo>
                  <a:cubicBezTo>
                    <a:pt x="3" y="88"/>
                    <a:pt x="3" y="88"/>
                    <a:pt x="3" y="88"/>
                  </a:cubicBezTo>
                  <a:close/>
                  <a:moveTo>
                    <a:pt x="27" y="93"/>
                  </a:moveTo>
                  <a:cubicBezTo>
                    <a:pt x="73" y="93"/>
                    <a:pt x="73" y="93"/>
                    <a:pt x="73" y="93"/>
                  </a:cubicBezTo>
                  <a:cubicBezTo>
                    <a:pt x="73" y="83"/>
                    <a:pt x="73" y="83"/>
                    <a:pt x="73" y="83"/>
                  </a:cubicBezTo>
                  <a:cubicBezTo>
                    <a:pt x="54" y="83"/>
                    <a:pt x="54" y="83"/>
                    <a:pt x="54" y="83"/>
                  </a:cubicBezTo>
                  <a:cubicBezTo>
                    <a:pt x="27" y="93"/>
                    <a:pt x="27" y="93"/>
                    <a:pt x="27" y="93"/>
                  </a:cubicBezTo>
                  <a:close/>
                  <a:moveTo>
                    <a:pt x="69" y="42"/>
                  </a:moveTo>
                  <a:cubicBezTo>
                    <a:pt x="77" y="31"/>
                    <a:pt x="77" y="31"/>
                    <a:pt x="77" y="31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6" y="12"/>
                    <a:pt x="26" y="12"/>
                    <a:pt x="26" y="12"/>
                  </a:cubicBezTo>
                  <a:lnTo>
                    <a:pt x="69" y="4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6430" tIns="48216" rIns="96430" bIns="48216" numCol="1" anchor="t" anchorCtr="0" compatLnSpc="1"/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  <a:defRPr/>
              </a:pPr>
              <a:endParaRPr lang="zh-CN" sz="950">
                <a:solidFill>
                  <a:prstClr val="black"/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cxnSp>
        <p:nvCxnSpPr>
          <p:cNvPr id="1035640058" name="Straight Arrow Connector 37"/>
          <p:cNvCxnSpPr/>
          <p:nvPr/>
        </p:nvCxnSpPr>
        <p:spPr bwMode="auto">
          <a:xfrm>
            <a:off x="3474579" y="3956327"/>
            <a:ext cx="0" cy="1013398"/>
          </a:xfrm>
          <a:prstGeom prst="straightConnector1">
            <a:avLst/>
          </a:prstGeom>
          <a:ln w="6350"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159813" name="Straight Arrow Connector 40"/>
          <p:cNvCxnSpPr/>
          <p:nvPr/>
        </p:nvCxnSpPr>
        <p:spPr bwMode="auto">
          <a:xfrm>
            <a:off x="7454235" y="3956327"/>
            <a:ext cx="0" cy="1013398"/>
          </a:xfrm>
          <a:prstGeom prst="straightConnector1">
            <a:avLst/>
          </a:prstGeom>
          <a:ln w="6350"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9212884" name="Straight Arrow Connector 41"/>
          <p:cNvCxnSpPr/>
          <p:nvPr/>
        </p:nvCxnSpPr>
        <p:spPr bwMode="auto">
          <a:xfrm flipV="1">
            <a:off x="9440759" y="2943490"/>
            <a:ext cx="0" cy="1013398"/>
          </a:xfrm>
          <a:prstGeom prst="straightConnector1">
            <a:avLst/>
          </a:prstGeom>
          <a:ln w="6350"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5565583" name="Straight Arrow Connector 42"/>
          <p:cNvCxnSpPr/>
          <p:nvPr/>
        </p:nvCxnSpPr>
        <p:spPr bwMode="auto">
          <a:xfrm flipV="1">
            <a:off x="5476570" y="2943490"/>
            <a:ext cx="0" cy="1013398"/>
          </a:xfrm>
          <a:prstGeom prst="straightConnector1">
            <a:avLst/>
          </a:prstGeom>
          <a:ln w="6350"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9778307" name="Group 5"/>
          <p:cNvGrpSpPr/>
          <p:nvPr/>
        </p:nvGrpSpPr>
        <p:grpSpPr bwMode="auto">
          <a:xfrm>
            <a:off x="2205729" y="5176348"/>
            <a:ext cx="2537702" cy="824682"/>
            <a:chOff x="1929542" y="4908274"/>
            <a:chExt cx="2729132" cy="782003"/>
          </a:xfrm>
        </p:grpSpPr>
        <p:sp>
          <p:nvSpPr>
            <p:cNvPr id="44" name="TextBox 43"/>
            <p:cNvSpPr txBox="1"/>
            <p:nvPr/>
          </p:nvSpPr>
          <p:spPr bwMode="auto">
            <a:xfrm>
              <a:off x="2519031" y="4908274"/>
              <a:ext cx="1550153" cy="3115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sz="14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请替换文字内容</a:t>
              </a:r>
              <a:endParaRPr lang="en-GB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45" name="Rectangle 44"/>
            <p:cNvSpPr/>
            <p:nvPr/>
          </p:nvSpPr>
          <p:spPr bwMode="auto">
            <a:xfrm>
              <a:off x="1929542" y="5195350"/>
              <a:ext cx="2729132" cy="494927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  <a:defRPr/>
              </a:pPr>
              <a:r>
                <a:rPr lang="en-US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Please replace text, click add relevant headline, modify the text content, also can copy your content to this directly.</a:t>
              </a:r>
              <a:endParaRPr lang="en-GB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998553125" name="Group 8"/>
          <p:cNvGrpSpPr/>
          <p:nvPr/>
        </p:nvGrpSpPr>
        <p:grpSpPr bwMode="auto">
          <a:xfrm>
            <a:off x="6185385" y="5201374"/>
            <a:ext cx="2537702" cy="799656"/>
            <a:chOff x="5703260" y="4932005"/>
            <a:chExt cx="2729132" cy="758272"/>
          </a:xfrm>
        </p:grpSpPr>
        <p:sp>
          <p:nvSpPr>
            <p:cNvPr id="48" name="TextBox 47"/>
            <p:cNvSpPr txBox="1"/>
            <p:nvPr/>
          </p:nvSpPr>
          <p:spPr bwMode="auto">
            <a:xfrm>
              <a:off x="6292750" y="4932005"/>
              <a:ext cx="1550153" cy="3115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sz="14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请替换文字内容</a:t>
              </a:r>
              <a:endParaRPr lang="en-GB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49" name="Rectangle 48"/>
            <p:cNvSpPr/>
            <p:nvPr/>
          </p:nvSpPr>
          <p:spPr bwMode="auto">
            <a:xfrm>
              <a:off x="5703260" y="5195350"/>
              <a:ext cx="2729132" cy="494927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  <a:defRPr/>
              </a:pPr>
              <a:r>
                <a:rPr lang="en-US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Please replace text, click add relevant headline, modify the text content, also can copy your content to this directly.</a:t>
              </a:r>
              <a:endParaRPr lang="en-GB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1066051666" name="Group 6"/>
          <p:cNvGrpSpPr/>
          <p:nvPr/>
        </p:nvGrpSpPr>
        <p:grpSpPr bwMode="auto">
          <a:xfrm>
            <a:off x="4168723" y="1709795"/>
            <a:ext cx="2611174" cy="815016"/>
            <a:chOff x="4038291" y="1621125"/>
            <a:chExt cx="2304129" cy="772840"/>
          </a:xfrm>
        </p:grpSpPr>
        <p:sp>
          <p:nvSpPr>
            <p:cNvPr id="50" name="TextBox 49"/>
            <p:cNvSpPr txBox="1"/>
            <p:nvPr/>
          </p:nvSpPr>
          <p:spPr bwMode="auto">
            <a:xfrm>
              <a:off x="4554393" y="1621125"/>
              <a:ext cx="1271925" cy="3115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sz="14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请替换文字内容</a:t>
              </a:r>
              <a:endParaRPr lang="en-GB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51" name="Rectangle 50"/>
            <p:cNvSpPr/>
            <p:nvPr/>
          </p:nvSpPr>
          <p:spPr bwMode="auto">
            <a:xfrm>
              <a:off x="4038291" y="1899037"/>
              <a:ext cx="2304129" cy="494928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  <a:defRPr/>
              </a:pPr>
              <a:r>
                <a:rPr lang="en-US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Please replace text, click add relevant headline, modify the text content, also can copy your content to this directly.</a:t>
              </a:r>
              <a:endParaRPr lang="en-GB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1583475563" name="Group 7"/>
          <p:cNvGrpSpPr/>
          <p:nvPr/>
        </p:nvGrpSpPr>
        <p:grpSpPr bwMode="auto">
          <a:xfrm>
            <a:off x="8114883" y="1721694"/>
            <a:ext cx="2611174" cy="803111"/>
            <a:chOff x="7780247" y="1632414"/>
            <a:chExt cx="2304129" cy="761553"/>
          </a:xfrm>
        </p:grpSpPr>
        <p:sp>
          <p:nvSpPr>
            <p:cNvPr id="52" name="TextBox 51"/>
            <p:cNvSpPr txBox="1"/>
            <p:nvPr/>
          </p:nvSpPr>
          <p:spPr bwMode="auto">
            <a:xfrm>
              <a:off x="8296348" y="1632414"/>
              <a:ext cx="1271925" cy="311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sz="14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请替换文字内容</a:t>
              </a:r>
              <a:endParaRPr lang="en-GB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53" name="Rectangle 52"/>
            <p:cNvSpPr/>
            <p:nvPr/>
          </p:nvSpPr>
          <p:spPr bwMode="auto">
            <a:xfrm>
              <a:off x="7780247" y="1899037"/>
              <a:ext cx="2304129" cy="494930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  <a:defRPr/>
              </a:pPr>
              <a:r>
                <a:rPr lang="en-US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Please replace text, click add relevant headline, modify the text content, also can copy your content to this directly.</a:t>
              </a:r>
              <a:endParaRPr lang="en-GB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sp>
        <p:nvSpPr>
          <p:cNvPr id="283693351" name="TextBox 8"/>
          <p:cNvSpPr txBox="1"/>
          <p:nvPr/>
        </p:nvSpPr>
        <p:spPr bwMode="auto"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en-US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2030</a:t>
            </a:r>
            <a:r>
              <a:rPr lang="zh-CN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年度</a:t>
            </a:r>
            <a:r>
              <a:rPr lang="zh-CN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工作概述</a:t>
            </a:r>
            <a:endParaRPr lang="zh-CN" sz="40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1597343437" name="TextBox 8"/>
          <p:cNvSpPr txBox="1"/>
          <p:nvPr/>
        </p:nvSpPr>
        <p:spPr bwMode="auto">
          <a:xfrm>
            <a:off x="5025515" y="743527"/>
            <a:ext cx="2807720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2030 </a:t>
            </a: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ANNUAL WORK SUMMARY</a:t>
            </a:r>
            <a:endParaRPr lang="zh-CN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grpSp>
        <p:nvGrpSpPr>
          <p:cNvPr id="1146666620" name="组合 31"/>
          <p:cNvGrpSpPr/>
          <p:nvPr/>
        </p:nvGrpSpPr>
        <p:grpSpPr bwMode="auto"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 bwMode="auto"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 bwMode="auto"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77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640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35640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977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556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815565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5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66051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15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0159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55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98553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21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39921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475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83475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31577902" name="Group 1"/>
          <p:cNvGrpSpPr/>
          <p:nvPr/>
        </p:nvGrpSpPr>
        <p:grpSpPr bwMode="auto">
          <a:xfrm>
            <a:off x="353" y="1573890"/>
            <a:ext cx="2571609" cy="5058390"/>
            <a:chOff x="-1" y="0"/>
            <a:chExt cx="1829063" cy="3596384"/>
          </a:xfrm>
        </p:grpSpPr>
        <p:sp>
          <p:nvSpPr>
            <p:cNvPr id="19458" name="AutoShape 2" descr="pic12.jpg"/>
            <p:cNvSpPr/>
            <p:nvPr/>
          </p:nvSpPr>
          <p:spPr bwMode="auto">
            <a:xfrm>
              <a:off x="-1" y="0"/>
              <a:ext cx="1829063" cy="179819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blipFill rotWithShape="1">
              <a:blip r:embed="rId3"/>
              <a:stretch/>
            </a:blipFill>
            <a:ln>
              <a:noFill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50000"/>
                </a:lnSpc>
                <a:defRPr/>
              </a:pPr>
              <a:endParaRPr lang="es-ES" sz="2650">
                <a:solidFill>
                  <a:srgbClr val="FFFFFF"/>
                </a:solidFill>
                <a:latin typeface="Arial"/>
                <a:ea typeface="微软雅黑"/>
                <a:cs typeface="Calibri"/>
              </a:endParaRPr>
            </a:p>
          </p:txBody>
        </p:sp>
        <p:sp>
          <p:nvSpPr>
            <p:cNvPr id="19459" name="AutoShape 3"/>
            <p:cNvSpPr/>
            <p:nvPr/>
          </p:nvSpPr>
          <p:spPr bwMode="auto">
            <a:xfrm>
              <a:off x="-1" y="1798192"/>
              <a:ext cx="1829063" cy="179819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50000"/>
                </a:lnSpc>
                <a:defRPr/>
              </a:pPr>
              <a:endParaRPr lang="es-ES" sz="2650">
                <a:solidFill>
                  <a:srgbClr val="FFFFFF"/>
                </a:solidFill>
                <a:latin typeface="Arial"/>
                <a:ea typeface="微软雅黑"/>
                <a:cs typeface="Calibri"/>
              </a:endParaRPr>
            </a:p>
          </p:txBody>
        </p:sp>
        <p:sp>
          <p:nvSpPr>
            <p:cNvPr id="19460" name="AutoShape 4"/>
            <p:cNvSpPr/>
            <p:nvPr/>
          </p:nvSpPr>
          <p:spPr bwMode="auto">
            <a:xfrm>
              <a:off x="187351" y="2493345"/>
              <a:ext cx="1436893" cy="52517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lIns="0" tIns="0" rIns="0" bIns="0" anchor="t" anchorCtr="0">
              <a:spAutoFit/>
            </a:bodyPr>
            <a:lstStyle/>
            <a:p>
              <a:pPr algn="just">
                <a:lnSpc>
                  <a:spcPct val="150000"/>
                </a:lnSpc>
                <a:defRPr/>
              </a:pPr>
              <a:r>
                <a:rPr lang="zh-CN" sz="800">
                  <a:solidFill>
                    <a:schemeClr val="bg1"/>
                  </a:solidFill>
                  <a:latin typeface="Arial"/>
                  <a:ea typeface="微软雅黑"/>
                </a:rPr>
                <a:t>请替换文字内容</a:t>
              </a:r>
              <a:r>
                <a:rPr lang="zh-CN" sz="800">
                  <a:solidFill>
                    <a:schemeClr val="bg1"/>
                  </a:solidFill>
                  <a:latin typeface="Arial"/>
                  <a:ea typeface="微软雅黑"/>
                </a:rPr>
                <a:t>，添加相关标题，</a:t>
              </a:r>
              <a:r>
                <a:rPr lang="zh-CN" sz="800">
                  <a:solidFill>
                    <a:schemeClr val="bg1"/>
                  </a:solidFill>
                  <a:latin typeface="Arial"/>
                  <a:ea typeface="微软雅黑"/>
                </a:rPr>
                <a:t>修改文字内容，也可以直接复制你的内容到此。请替换文字内容</a:t>
              </a:r>
              <a:r>
                <a:rPr lang="zh-CN" sz="800">
                  <a:solidFill>
                    <a:schemeClr val="bg1"/>
                  </a:solidFill>
                  <a:latin typeface="Arial"/>
                  <a:ea typeface="微软雅黑"/>
                </a:rPr>
                <a:t>，添加相关标题，</a:t>
              </a:r>
              <a:r>
                <a:rPr lang="zh-CN" sz="800">
                  <a:solidFill>
                    <a:schemeClr val="bg1"/>
                  </a:solidFill>
                  <a:latin typeface="Arial"/>
                  <a:ea typeface="微软雅黑"/>
                </a:rPr>
                <a:t>修改文字内容，也可以直接复制你的内容到此。</a:t>
              </a:r>
              <a:endParaRPr lang="zh-CN" sz="800">
                <a:solidFill>
                  <a:schemeClr val="bg1"/>
                </a:solidFill>
                <a:latin typeface="Arial"/>
                <a:ea typeface="微软雅黑"/>
              </a:endParaRPr>
            </a:p>
          </p:txBody>
        </p:sp>
        <p:sp>
          <p:nvSpPr>
            <p:cNvPr id="19461" name="AutoShape 5"/>
            <p:cNvSpPr/>
            <p:nvPr/>
          </p:nvSpPr>
          <p:spPr bwMode="auto">
            <a:xfrm>
              <a:off x="275469" y="2281610"/>
              <a:ext cx="1260656" cy="1531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400">
                  <a:solidFill>
                    <a:schemeClr val="bg1"/>
                  </a:solidFill>
                  <a:latin typeface="Arial"/>
                  <a:ea typeface="微软雅黑"/>
                </a:rPr>
                <a:t>点击请替换文字内容</a:t>
              </a:r>
              <a:endParaRPr lang="zh-CN" sz="1400">
                <a:solidFill>
                  <a:schemeClr val="bg1"/>
                </a:solidFill>
                <a:latin typeface="Arial"/>
                <a:ea typeface="微软雅黑"/>
              </a:endParaRPr>
            </a:p>
          </p:txBody>
        </p:sp>
      </p:grpSp>
      <p:grpSp>
        <p:nvGrpSpPr>
          <p:cNvPr id="1831519334" name="Group 6"/>
          <p:cNvGrpSpPr/>
          <p:nvPr/>
        </p:nvGrpSpPr>
        <p:grpSpPr bwMode="auto">
          <a:xfrm>
            <a:off x="5141340" y="1573890"/>
            <a:ext cx="2573840" cy="5058390"/>
            <a:chOff x="0" y="-1"/>
            <a:chExt cx="1830362" cy="3596385"/>
          </a:xfrm>
        </p:grpSpPr>
        <p:pic>
          <p:nvPicPr>
            <p:cNvPr id="19463" name="Picture 7" descr="pic10.jpg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>
              <a:off x="0" y="-1"/>
              <a:ext cx="1828775" cy="1798193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2" name="AutoShape 8"/>
            <p:cNvSpPr/>
            <p:nvPr/>
          </p:nvSpPr>
          <p:spPr bwMode="auto">
            <a:xfrm>
              <a:off x="1587" y="1798192"/>
              <a:ext cx="1828775" cy="179819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50000"/>
                </a:lnSpc>
                <a:defRPr/>
              </a:pPr>
              <a:endParaRPr lang="es-ES" sz="2650">
                <a:solidFill>
                  <a:srgbClr val="FFFFFF"/>
                </a:solidFill>
                <a:latin typeface="Arial"/>
                <a:ea typeface="微软雅黑"/>
                <a:cs typeface="Calibri"/>
              </a:endParaRPr>
            </a:p>
          </p:txBody>
        </p:sp>
      </p:grpSp>
      <p:sp>
        <p:nvSpPr>
          <p:cNvPr id="2146992279" name="AutoShape 9"/>
          <p:cNvSpPr/>
          <p:nvPr/>
        </p:nvSpPr>
        <p:spPr bwMode="auto">
          <a:xfrm>
            <a:off x="5399314" y="5078600"/>
            <a:ext cx="2006548" cy="738664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请替换文字内容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修改文字内容，也可以直接复制你的内容到此。</a:t>
            </a:r>
            <a:endParaRPr lang="zh-CN" sz="800">
              <a:solidFill>
                <a:schemeClr val="bg1"/>
              </a:solidFill>
              <a:latin typeface="Arial"/>
              <a:ea typeface="微软雅黑"/>
            </a:endParaRPr>
          </a:p>
        </p:txBody>
      </p:sp>
      <p:sp>
        <p:nvSpPr>
          <p:cNvPr id="1292053711" name="AutoShape 10"/>
          <p:cNvSpPr/>
          <p:nvPr/>
        </p:nvSpPr>
        <p:spPr bwMode="auto">
          <a:xfrm>
            <a:off x="5418146" y="4723777"/>
            <a:ext cx="1988691" cy="246221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algn="ctr">
              <a:defRPr/>
            </a:pPr>
            <a:r>
              <a:rPr lang="zh-CN" sz="1600">
                <a:solidFill>
                  <a:schemeClr val="bg1"/>
                </a:solidFill>
                <a:latin typeface="Arial"/>
                <a:ea typeface="微软雅黑"/>
              </a:rPr>
              <a:t>点击请替换文字内容</a:t>
            </a:r>
            <a:endParaRPr lang="zh-CN" sz="1600">
              <a:solidFill>
                <a:schemeClr val="bg1"/>
              </a:solidFill>
              <a:latin typeface="Arial"/>
              <a:ea typeface="微软雅黑"/>
            </a:endParaRPr>
          </a:p>
        </p:txBody>
      </p:sp>
      <p:grpSp>
        <p:nvGrpSpPr>
          <p:cNvPr id="287888773" name="Group 11"/>
          <p:cNvGrpSpPr/>
          <p:nvPr/>
        </p:nvGrpSpPr>
        <p:grpSpPr bwMode="auto">
          <a:xfrm>
            <a:off x="7712948" y="1573890"/>
            <a:ext cx="2571609" cy="5058390"/>
            <a:chOff x="-1" y="0"/>
            <a:chExt cx="1829063" cy="3596384"/>
          </a:xfrm>
        </p:grpSpPr>
        <p:sp>
          <p:nvSpPr>
            <p:cNvPr id="19468" name="AutoShape 12"/>
            <p:cNvSpPr/>
            <p:nvPr/>
          </p:nvSpPr>
          <p:spPr bwMode="auto">
            <a:xfrm>
              <a:off x="-1" y="0"/>
              <a:ext cx="1829063" cy="179819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50000"/>
                </a:lnSpc>
                <a:defRPr/>
              </a:pPr>
              <a:endParaRPr lang="es-ES" sz="2650">
                <a:solidFill>
                  <a:srgbClr val="FFFFFF"/>
                </a:solidFill>
                <a:latin typeface="Arial"/>
                <a:ea typeface="微软雅黑"/>
                <a:cs typeface="Calibri"/>
              </a:endParaRPr>
            </a:p>
          </p:txBody>
        </p:sp>
        <p:pic>
          <p:nvPicPr>
            <p:cNvPr id="19469" name="Picture 13" descr="pic9.jpg"/>
            <p:cNvPicPr>
              <a:picLocks noChangeAspect="1"/>
            </p:cNvPicPr>
            <p:nvPr/>
          </p:nvPicPr>
          <p:blipFill rotWithShape="1">
            <a:blip r:embed="rId5"/>
            <a:stretch/>
          </p:blipFill>
          <p:spPr bwMode="auto">
            <a:xfrm>
              <a:off x="-1" y="1798192"/>
              <a:ext cx="1829063" cy="1798192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19470" name="AutoShape 14"/>
            <p:cNvSpPr/>
            <p:nvPr/>
          </p:nvSpPr>
          <p:spPr bwMode="auto">
            <a:xfrm>
              <a:off x="193014" y="674521"/>
              <a:ext cx="1443033" cy="52517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algn="just">
                <a:lnSpc>
                  <a:spcPct val="150000"/>
                </a:lnSpc>
                <a:defRPr/>
              </a:pPr>
              <a:r>
                <a:rPr lang="zh-CN" sz="800">
                  <a:solidFill>
                    <a:schemeClr val="bg1"/>
                  </a:solidFill>
                  <a:latin typeface="Arial"/>
                  <a:ea typeface="微软雅黑"/>
                </a:rPr>
                <a:t>请替换文字内容</a:t>
              </a:r>
              <a:r>
                <a:rPr lang="zh-CN" sz="800">
                  <a:solidFill>
                    <a:schemeClr val="bg1"/>
                  </a:solidFill>
                  <a:latin typeface="Arial"/>
                  <a:ea typeface="微软雅黑"/>
                </a:rPr>
                <a:t>，添加相关标题，</a:t>
              </a:r>
              <a:r>
                <a:rPr lang="zh-CN" sz="800">
                  <a:solidFill>
                    <a:schemeClr val="bg1"/>
                  </a:solidFill>
                  <a:latin typeface="Arial"/>
                  <a:ea typeface="微软雅黑"/>
                </a:rPr>
                <a:t>修改文字内容，也可以直接复制你的内容到此。请替换文字内容</a:t>
              </a:r>
              <a:r>
                <a:rPr lang="zh-CN" sz="800">
                  <a:solidFill>
                    <a:schemeClr val="bg1"/>
                  </a:solidFill>
                  <a:latin typeface="Arial"/>
                  <a:ea typeface="微软雅黑"/>
                </a:rPr>
                <a:t>，添加相关标题，</a:t>
              </a:r>
              <a:r>
                <a:rPr lang="zh-CN" sz="800">
                  <a:solidFill>
                    <a:schemeClr val="bg1"/>
                  </a:solidFill>
                  <a:latin typeface="Arial"/>
                  <a:ea typeface="微软雅黑"/>
                </a:rPr>
                <a:t>修改文字内容，也可以直接复制你的内容到此。</a:t>
              </a:r>
              <a:endParaRPr lang="zh-CN" sz="800">
                <a:solidFill>
                  <a:schemeClr val="bg1"/>
                </a:solidFill>
                <a:latin typeface="Arial"/>
                <a:ea typeface="微软雅黑"/>
              </a:endParaRPr>
            </a:p>
          </p:txBody>
        </p:sp>
        <p:sp>
          <p:nvSpPr>
            <p:cNvPr id="19471" name="AutoShape 15"/>
            <p:cNvSpPr/>
            <p:nvPr/>
          </p:nvSpPr>
          <p:spPr bwMode="auto">
            <a:xfrm>
              <a:off x="106377" y="393602"/>
              <a:ext cx="1616307" cy="30789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lang="zh-CN" sz="1600">
                  <a:solidFill>
                    <a:schemeClr val="bg1"/>
                  </a:solidFill>
                  <a:latin typeface="Arial"/>
                  <a:ea typeface="微软雅黑"/>
                </a:rPr>
                <a:t>点击请替换文字内容</a:t>
              </a:r>
              <a:endParaRPr lang="zh-CN" sz="1600">
                <a:solidFill>
                  <a:schemeClr val="bg1"/>
                </a:solidFill>
                <a:latin typeface="Arial"/>
                <a:ea typeface="微软雅黑"/>
              </a:endParaRPr>
            </a:p>
          </p:txBody>
        </p:sp>
      </p:grpSp>
      <p:grpSp>
        <p:nvGrpSpPr>
          <p:cNvPr id="1240170557" name="Group 16"/>
          <p:cNvGrpSpPr/>
          <p:nvPr/>
        </p:nvGrpSpPr>
        <p:grpSpPr bwMode="auto">
          <a:xfrm>
            <a:off x="10287141" y="1573890"/>
            <a:ext cx="2571609" cy="5058390"/>
            <a:chOff x="-1" y="0"/>
            <a:chExt cx="1829063" cy="3596384"/>
          </a:xfrm>
        </p:grpSpPr>
        <p:pic>
          <p:nvPicPr>
            <p:cNvPr id="19473" name="Picture 17" descr="pic7.jpg"/>
            <p:cNvPicPr>
              <a:picLocks noChangeAspect="1"/>
            </p:cNvPicPr>
            <p:nvPr/>
          </p:nvPicPr>
          <p:blipFill rotWithShape="1">
            <a:blip r:embed="rId6"/>
            <a:stretch/>
          </p:blipFill>
          <p:spPr bwMode="auto">
            <a:xfrm>
              <a:off x="-1" y="0"/>
              <a:ext cx="1829063" cy="1798192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19474" name="AutoShape 18"/>
            <p:cNvSpPr/>
            <p:nvPr/>
          </p:nvSpPr>
          <p:spPr bwMode="auto">
            <a:xfrm>
              <a:off x="-1" y="1798192"/>
              <a:ext cx="1829063" cy="179819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50000"/>
                </a:lnSpc>
                <a:defRPr/>
              </a:pPr>
              <a:endParaRPr lang="es-ES" sz="2650">
                <a:solidFill>
                  <a:srgbClr val="FFFFFF"/>
                </a:solidFill>
                <a:latin typeface="Arial"/>
                <a:ea typeface="微软雅黑"/>
                <a:cs typeface="Calibri"/>
              </a:endParaRPr>
            </a:p>
          </p:txBody>
        </p:sp>
        <p:sp>
          <p:nvSpPr>
            <p:cNvPr id="19475" name="AutoShape 19"/>
            <p:cNvSpPr/>
            <p:nvPr/>
          </p:nvSpPr>
          <p:spPr bwMode="auto">
            <a:xfrm>
              <a:off x="197773" y="2493345"/>
              <a:ext cx="1431928" cy="52517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algn="just">
                <a:lnSpc>
                  <a:spcPct val="150000"/>
                </a:lnSpc>
                <a:defRPr/>
              </a:pPr>
              <a:r>
                <a:rPr lang="zh-CN" sz="800">
                  <a:solidFill>
                    <a:schemeClr val="bg1"/>
                  </a:solidFill>
                  <a:latin typeface="Arial"/>
                  <a:ea typeface="微软雅黑"/>
                </a:rPr>
                <a:t>请替换文字内容</a:t>
              </a:r>
              <a:r>
                <a:rPr lang="zh-CN" sz="800">
                  <a:solidFill>
                    <a:schemeClr val="bg1"/>
                  </a:solidFill>
                  <a:latin typeface="Arial"/>
                  <a:ea typeface="微软雅黑"/>
                </a:rPr>
                <a:t>，添加相关标题，</a:t>
              </a:r>
              <a:r>
                <a:rPr lang="zh-CN" sz="800">
                  <a:solidFill>
                    <a:schemeClr val="bg1"/>
                  </a:solidFill>
                  <a:latin typeface="Arial"/>
                  <a:ea typeface="微软雅黑"/>
                </a:rPr>
                <a:t>修改文字内容，也可以直接复制你的内容到此。请替换文字内容</a:t>
              </a:r>
              <a:r>
                <a:rPr lang="zh-CN" sz="800">
                  <a:solidFill>
                    <a:schemeClr val="bg1"/>
                  </a:solidFill>
                  <a:latin typeface="Arial"/>
                  <a:ea typeface="微软雅黑"/>
                </a:rPr>
                <a:t>，添加相关标题，</a:t>
              </a:r>
              <a:r>
                <a:rPr lang="zh-CN" sz="800">
                  <a:solidFill>
                    <a:schemeClr val="bg1"/>
                  </a:solidFill>
                  <a:latin typeface="Arial"/>
                  <a:ea typeface="微软雅黑"/>
                </a:rPr>
                <a:t>修改文字内容，也可以直接复制你的内容到此。</a:t>
              </a:r>
              <a:endParaRPr lang="zh-CN" sz="800">
                <a:solidFill>
                  <a:schemeClr val="bg1"/>
                </a:solidFill>
                <a:latin typeface="Arial"/>
                <a:ea typeface="微软雅黑"/>
              </a:endParaRPr>
            </a:p>
          </p:txBody>
        </p:sp>
        <p:sp>
          <p:nvSpPr>
            <p:cNvPr id="19476" name="AutoShape 20"/>
            <p:cNvSpPr/>
            <p:nvPr/>
          </p:nvSpPr>
          <p:spPr bwMode="auto">
            <a:xfrm>
              <a:off x="177825" y="2260548"/>
              <a:ext cx="1471824" cy="17505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600">
                  <a:solidFill>
                    <a:schemeClr val="bg1"/>
                  </a:solidFill>
                  <a:latin typeface="Arial"/>
                  <a:ea typeface="微软雅黑"/>
                </a:rPr>
                <a:t>点击请替换文字内容</a:t>
              </a:r>
              <a:endParaRPr lang="zh-CN" sz="1600">
                <a:solidFill>
                  <a:schemeClr val="bg1"/>
                </a:solidFill>
                <a:latin typeface="Arial"/>
                <a:ea typeface="微软雅黑"/>
              </a:endParaRPr>
            </a:p>
          </p:txBody>
        </p:sp>
      </p:grpSp>
      <p:grpSp>
        <p:nvGrpSpPr>
          <p:cNvPr id="426749444" name="Group 21"/>
          <p:cNvGrpSpPr/>
          <p:nvPr/>
        </p:nvGrpSpPr>
        <p:grpSpPr bwMode="auto">
          <a:xfrm>
            <a:off x="2565266" y="1573889"/>
            <a:ext cx="2573840" cy="5056159"/>
            <a:chOff x="-1" y="0"/>
            <a:chExt cx="1829063" cy="3596384"/>
          </a:xfrm>
        </p:grpSpPr>
        <p:sp>
          <p:nvSpPr>
            <p:cNvPr id="19478" name="AutoShape 22"/>
            <p:cNvSpPr/>
            <p:nvPr/>
          </p:nvSpPr>
          <p:spPr bwMode="auto">
            <a:xfrm>
              <a:off x="-1" y="0"/>
              <a:ext cx="1829063" cy="179898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50000"/>
                </a:lnSpc>
                <a:defRPr/>
              </a:pPr>
              <a:endParaRPr lang="es-ES" sz="2650">
                <a:solidFill>
                  <a:srgbClr val="FFFFFF"/>
                </a:solidFill>
                <a:latin typeface="Arial"/>
                <a:ea typeface="微软雅黑"/>
                <a:cs typeface="Calibri"/>
              </a:endParaRPr>
            </a:p>
          </p:txBody>
        </p:sp>
        <p:pic>
          <p:nvPicPr>
            <p:cNvPr id="19479" name="Picture 23" descr="pic13.jpg"/>
            <p:cNvPicPr>
              <a:picLocks noChangeAspect="1"/>
            </p:cNvPicPr>
            <p:nvPr/>
          </p:nvPicPr>
          <p:blipFill rotWithShape="1">
            <a:blip r:embed="rId7"/>
            <a:stretch/>
          </p:blipFill>
          <p:spPr bwMode="auto">
            <a:xfrm>
              <a:off x="-1" y="1797398"/>
              <a:ext cx="1829063" cy="1798986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19480" name="AutoShape 24"/>
            <p:cNvSpPr/>
            <p:nvPr/>
          </p:nvSpPr>
          <p:spPr bwMode="auto">
            <a:xfrm>
              <a:off x="221189" y="674819"/>
              <a:ext cx="1421373" cy="52540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lIns="0" tIns="0" rIns="0" bIns="0" anchor="t" anchorCtr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sz="800">
                  <a:solidFill>
                    <a:schemeClr val="bg1"/>
                  </a:solidFill>
                  <a:latin typeface="Arial"/>
                  <a:ea typeface="微软雅黑"/>
                </a:rPr>
                <a:t>请替换文字内容</a:t>
              </a:r>
              <a:r>
                <a:rPr lang="zh-CN" sz="800">
                  <a:solidFill>
                    <a:schemeClr val="bg1"/>
                  </a:solidFill>
                  <a:latin typeface="Arial"/>
                  <a:ea typeface="微软雅黑"/>
                </a:rPr>
                <a:t>，添加相关标题，</a:t>
              </a:r>
              <a:r>
                <a:rPr lang="zh-CN" sz="800">
                  <a:solidFill>
                    <a:schemeClr val="bg1"/>
                  </a:solidFill>
                  <a:latin typeface="Arial"/>
                  <a:ea typeface="微软雅黑"/>
                </a:rPr>
                <a:t>修改文字内容，也可以直接复制你的内容到此。请替换文字内容</a:t>
              </a:r>
              <a:r>
                <a:rPr lang="zh-CN" sz="800">
                  <a:solidFill>
                    <a:schemeClr val="bg1"/>
                  </a:solidFill>
                  <a:latin typeface="Arial"/>
                  <a:ea typeface="微软雅黑"/>
                </a:rPr>
                <a:t>，添加相关标题，</a:t>
              </a:r>
              <a:r>
                <a:rPr lang="zh-CN" sz="800">
                  <a:solidFill>
                    <a:schemeClr val="bg1"/>
                  </a:solidFill>
                  <a:latin typeface="Arial"/>
                  <a:ea typeface="微软雅黑"/>
                </a:rPr>
                <a:t>修改文字内容，也可以直接复制你的内容到此。</a:t>
              </a:r>
              <a:endParaRPr lang="zh-CN" sz="800">
                <a:solidFill>
                  <a:schemeClr val="bg1"/>
                </a:solidFill>
                <a:latin typeface="Arial"/>
                <a:ea typeface="微软雅黑"/>
              </a:endParaRPr>
            </a:p>
          </p:txBody>
        </p:sp>
        <p:sp>
          <p:nvSpPr>
            <p:cNvPr id="19481" name="AutoShape 25"/>
            <p:cNvSpPr/>
            <p:nvPr/>
          </p:nvSpPr>
          <p:spPr bwMode="auto">
            <a:xfrm>
              <a:off x="123630" y="441919"/>
              <a:ext cx="1616492" cy="17513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lIns="0" tIns="0" rIns="0" bIns="0" anchor="t" anchorCtr="0">
              <a:spAutoFit/>
            </a:bodyPr>
            <a:lstStyle/>
            <a:p>
              <a:pPr algn="ctr">
                <a:defRPr/>
              </a:pPr>
              <a:r>
                <a:rPr lang="zh-CN" sz="1600">
                  <a:solidFill>
                    <a:schemeClr val="bg1"/>
                  </a:solidFill>
                  <a:latin typeface="Arial"/>
                  <a:ea typeface="微软雅黑"/>
                </a:rPr>
                <a:t>点击请替换文字内容</a:t>
              </a:r>
              <a:endParaRPr lang="zh-CN" sz="1600">
                <a:solidFill>
                  <a:schemeClr val="bg1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695035588" name="TextBox 8"/>
          <p:cNvSpPr txBox="1"/>
          <p:nvPr/>
        </p:nvSpPr>
        <p:spPr bwMode="auto"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en-US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2030</a:t>
            </a:r>
            <a:r>
              <a:rPr lang="zh-CN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年度</a:t>
            </a:r>
            <a:r>
              <a:rPr lang="zh-CN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工作概述</a:t>
            </a:r>
            <a:endParaRPr lang="zh-CN" sz="40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785196422" name="TextBox 8"/>
          <p:cNvSpPr txBox="1"/>
          <p:nvPr/>
        </p:nvSpPr>
        <p:spPr bwMode="auto">
          <a:xfrm>
            <a:off x="5025515" y="743527"/>
            <a:ext cx="2807720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2030 </a:t>
            </a: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ANNUAL WORK SUMMARY</a:t>
            </a:r>
            <a:endParaRPr lang="zh-CN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grpSp>
        <p:nvGrpSpPr>
          <p:cNvPr id="297791120" name="组合 28"/>
          <p:cNvGrpSpPr/>
          <p:nvPr/>
        </p:nvGrpSpPr>
        <p:grpSpPr bwMode="auto"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0" name="直接连接符 29"/>
            <p:cNvCxnSpPr/>
            <p:nvPr/>
          </p:nvCxnSpPr>
          <p:spPr bwMode="auto"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 bwMode="auto"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57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31577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749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26749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8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87888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170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40170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151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831519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54682178" name="Group 120"/>
          <p:cNvGrpSpPr/>
          <p:nvPr/>
        </p:nvGrpSpPr>
        <p:grpSpPr bwMode="auto">
          <a:xfrm rot="1203773">
            <a:off x="2291241" y="2945925"/>
            <a:ext cx="321407" cy="1549014"/>
            <a:chOff x="2971802" y="2190750"/>
            <a:chExt cx="228598" cy="1101725"/>
          </a:xfrm>
        </p:grpSpPr>
        <p:cxnSp>
          <p:nvCxnSpPr>
            <p:cNvPr id="122" name="Straight Connector 121"/>
            <p:cNvCxnSpPr/>
            <p:nvPr/>
          </p:nvCxnSpPr>
          <p:spPr bwMode="auto">
            <a:xfrm rot="16199999" flipV="1">
              <a:off x="2478088" y="2684463"/>
              <a:ext cx="1101725" cy="1143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 bwMode="auto">
            <a:xfrm rot="5400000" flipH="1" flipV="1">
              <a:off x="2592387" y="2684463"/>
              <a:ext cx="1101725" cy="1143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464174" name="Group 129"/>
          <p:cNvGrpSpPr/>
          <p:nvPr/>
        </p:nvGrpSpPr>
        <p:grpSpPr bwMode="auto">
          <a:xfrm>
            <a:off x="2559074" y="2044995"/>
            <a:ext cx="1178502" cy="1178502"/>
            <a:chOff x="1657350" y="1428750"/>
            <a:chExt cx="838200" cy="838200"/>
          </a:xfrm>
        </p:grpSpPr>
        <p:sp>
          <p:nvSpPr>
            <p:cNvPr id="118" name="Rectangle 117"/>
            <p:cNvSpPr/>
            <p:nvPr/>
          </p:nvSpPr>
          <p:spPr bwMode="auto">
            <a:xfrm>
              <a:off x="1657350" y="1428750"/>
              <a:ext cx="838200" cy="838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endParaRPr lang="en-US" sz="2800">
                <a:latin typeface="Arial"/>
                <a:ea typeface="微软雅黑"/>
              </a:endParaRPr>
            </a:p>
          </p:txBody>
        </p:sp>
        <p:sp>
          <p:nvSpPr>
            <p:cNvPr id="125" name="Freeform 52"/>
            <p:cNvSpPr>
              <a:spLocks noEditPoints="1"/>
            </p:cNvSpPr>
            <p:nvPr/>
          </p:nvSpPr>
          <p:spPr bwMode="auto">
            <a:xfrm>
              <a:off x="1890341" y="1647622"/>
              <a:ext cx="372219" cy="400455"/>
            </a:xfrm>
            <a:custGeom>
              <a:avLst/>
              <a:gdLst/>
              <a:ahLst/>
              <a:cxnLst>
                <a:cxn ang="0">
                  <a:pos x="67" y="67"/>
                </a:cxn>
                <a:cxn ang="0">
                  <a:pos x="61" y="72"/>
                </a:cxn>
                <a:cxn ang="0">
                  <a:pos x="5" y="72"/>
                </a:cxn>
                <a:cxn ang="0">
                  <a:pos x="0" y="67"/>
                </a:cxn>
                <a:cxn ang="0">
                  <a:pos x="0" y="16"/>
                </a:cxn>
                <a:cxn ang="0">
                  <a:pos x="5" y="11"/>
                </a:cxn>
                <a:cxn ang="0">
                  <a:pos x="10" y="11"/>
                </a:cxn>
                <a:cxn ang="0">
                  <a:pos x="10" y="7"/>
                </a:cxn>
                <a:cxn ang="0">
                  <a:pos x="16" y="0"/>
                </a:cxn>
                <a:cxn ang="0">
                  <a:pos x="19" y="0"/>
                </a:cxn>
                <a:cxn ang="0">
                  <a:pos x="25" y="7"/>
                </a:cxn>
                <a:cxn ang="0">
                  <a:pos x="25" y="11"/>
                </a:cxn>
                <a:cxn ang="0">
                  <a:pos x="41" y="11"/>
                </a:cxn>
                <a:cxn ang="0">
                  <a:pos x="41" y="7"/>
                </a:cxn>
                <a:cxn ang="0">
                  <a:pos x="47" y="0"/>
                </a:cxn>
                <a:cxn ang="0">
                  <a:pos x="50" y="0"/>
                </a:cxn>
                <a:cxn ang="0">
                  <a:pos x="56" y="7"/>
                </a:cxn>
                <a:cxn ang="0">
                  <a:pos x="56" y="11"/>
                </a:cxn>
                <a:cxn ang="0">
                  <a:pos x="61" y="11"/>
                </a:cxn>
                <a:cxn ang="0">
                  <a:pos x="67" y="16"/>
                </a:cxn>
                <a:cxn ang="0">
                  <a:pos x="67" y="67"/>
                </a:cxn>
                <a:cxn ang="0">
                  <a:pos x="61" y="67"/>
                </a:cxn>
                <a:cxn ang="0">
                  <a:pos x="61" y="26"/>
                </a:cxn>
                <a:cxn ang="0">
                  <a:pos x="5" y="26"/>
                </a:cxn>
                <a:cxn ang="0">
                  <a:pos x="5" y="67"/>
                </a:cxn>
                <a:cxn ang="0">
                  <a:pos x="61" y="67"/>
                </a:cxn>
                <a:cxn ang="0">
                  <a:pos x="20" y="7"/>
                </a:cxn>
                <a:cxn ang="0">
                  <a:pos x="19" y="5"/>
                </a:cxn>
                <a:cxn ang="0">
                  <a:pos x="16" y="5"/>
                </a:cxn>
                <a:cxn ang="0">
                  <a:pos x="15" y="7"/>
                </a:cxn>
                <a:cxn ang="0">
                  <a:pos x="15" y="18"/>
                </a:cxn>
                <a:cxn ang="0">
                  <a:pos x="16" y="20"/>
                </a:cxn>
                <a:cxn ang="0">
                  <a:pos x="19" y="20"/>
                </a:cxn>
                <a:cxn ang="0">
                  <a:pos x="20" y="18"/>
                </a:cxn>
                <a:cxn ang="0">
                  <a:pos x="20" y="7"/>
                </a:cxn>
                <a:cxn ang="0">
                  <a:pos x="51" y="7"/>
                </a:cxn>
                <a:cxn ang="0">
                  <a:pos x="50" y="5"/>
                </a:cxn>
                <a:cxn ang="0">
                  <a:pos x="47" y="5"/>
                </a:cxn>
                <a:cxn ang="0">
                  <a:pos x="46" y="7"/>
                </a:cxn>
                <a:cxn ang="0">
                  <a:pos x="46" y="18"/>
                </a:cxn>
                <a:cxn ang="0">
                  <a:pos x="47" y="20"/>
                </a:cxn>
                <a:cxn ang="0">
                  <a:pos x="50" y="20"/>
                </a:cxn>
                <a:cxn ang="0">
                  <a:pos x="51" y="18"/>
                </a:cxn>
                <a:cxn ang="0">
                  <a:pos x="51" y="7"/>
                </a:cxn>
              </a:cxnLst>
              <a:rect l="0" t="0" r="r" b="b"/>
              <a:pathLst>
                <a:path w="67" h="72" fill="norm" stroke="1" extrusionOk="0">
                  <a:moveTo>
                    <a:pt x="67" y="67"/>
                  </a:moveTo>
                  <a:cubicBezTo>
                    <a:pt x="67" y="70"/>
                    <a:pt x="64" y="72"/>
                    <a:pt x="61" y="72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2" y="72"/>
                    <a:pt x="0" y="70"/>
                    <a:pt x="0" y="6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3"/>
                    <a:pt x="2" y="11"/>
                    <a:pt x="5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3"/>
                    <a:pt x="13" y="0"/>
                    <a:pt x="16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3" y="0"/>
                    <a:pt x="25" y="3"/>
                    <a:pt x="25" y="7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1" y="3"/>
                    <a:pt x="44" y="0"/>
                    <a:pt x="47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3" y="0"/>
                    <a:pt x="56" y="3"/>
                    <a:pt x="56" y="7"/>
                  </a:cubicBezTo>
                  <a:cubicBezTo>
                    <a:pt x="56" y="11"/>
                    <a:pt x="56" y="11"/>
                    <a:pt x="56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4" y="11"/>
                    <a:pt x="67" y="13"/>
                    <a:pt x="67" y="16"/>
                  </a:cubicBezTo>
                  <a:lnTo>
                    <a:pt x="67" y="67"/>
                  </a:lnTo>
                  <a:close/>
                  <a:moveTo>
                    <a:pt x="61" y="67"/>
                  </a:moveTo>
                  <a:cubicBezTo>
                    <a:pt x="61" y="26"/>
                    <a:pt x="61" y="26"/>
                    <a:pt x="61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5" y="67"/>
                    <a:pt x="5" y="67"/>
                    <a:pt x="5" y="67"/>
                  </a:cubicBezTo>
                  <a:lnTo>
                    <a:pt x="61" y="67"/>
                  </a:lnTo>
                  <a:close/>
                  <a:moveTo>
                    <a:pt x="20" y="7"/>
                  </a:moveTo>
                  <a:cubicBezTo>
                    <a:pt x="20" y="6"/>
                    <a:pt x="20" y="5"/>
                    <a:pt x="19" y="5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6" y="5"/>
                    <a:pt x="15" y="6"/>
                    <a:pt x="15" y="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9"/>
                    <a:pt x="16" y="20"/>
                    <a:pt x="16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19"/>
                    <a:pt x="20" y="18"/>
                  </a:cubicBezTo>
                  <a:lnTo>
                    <a:pt x="20" y="7"/>
                  </a:lnTo>
                  <a:close/>
                  <a:moveTo>
                    <a:pt x="51" y="7"/>
                  </a:moveTo>
                  <a:cubicBezTo>
                    <a:pt x="51" y="6"/>
                    <a:pt x="51" y="5"/>
                    <a:pt x="50" y="5"/>
                  </a:cubicBezTo>
                  <a:cubicBezTo>
                    <a:pt x="47" y="5"/>
                    <a:pt x="47" y="5"/>
                    <a:pt x="47" y="5"/>
                  </a:cubicBezTo>
                  <a:cubicBezTo>
                    <a:pt x="47" y="5"/>
                    <a:pt x="46" y="6"/>
                    <a:pt x="46" y="7"/>
                  </a:cubicBezTo>
                  <a:cubicBezTo>
                    <a:pt x="46" y="18"/>
                    <a:pt x="46" y="18"/>
                    <a:pt x="46" y="18"/>
                  </a:cubicBezTo>
                  <a:cubicBezTo>
                    <a:pt x="46" y="19"/>
                    <a:pt x="47" y="20"/>
                    <a:pt x="47" y="20"/>
                  </a:cubicBezTo>
                  <a:cubicBezTo>
                    <a:pt x="50" y="20"/>
                    <a:pt x="50" y="20"/>
                    <a:pt x="50" y="20"/>
                  </a:cubicBezTo>
                  <a:cubicBezTo>
                    <a:pt x="51" y="20"/>
                    <a:pt x="51" y="19"/>
                    <a:pt x="51" y="18"/>
                  </a:cubicBezTo>
                  <a:lnTo>
                    <a:pt x="51" y="7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8563" tIns="64282" rIns="128563" bIns="64282" numCol="1" anchor="t" anchorCtr="0" compatLnSpc="1"/>
            <a:lstStyle/>
            <a:p>
              <a:pPr>
                <a:lnSpc>
                  <a:spcPct val="120000"/>
                </a:lnSpc>
                <a:defRPr/>
              </a:pPr>
              <a:endParaRPr lang="en-US" sz="2800">
                <a:latin typeface="Arial"/>
                <a:ea typeface="微软雅黑"/>
              </a:endParaRPr>
            </a:p>
          </p:txBody>
        </p:sp>
      </p:grpSp>
      <p:grpSp>
        <p:nvGrpSpPr>
          <p:cNvPr id="497939634" name="Group 63"/>
          <p:cNvGrpSpPr/>
          <p:nvPr/>
        </p:nvGrpSpPr>
        <p:grpSpPr bwMode="auto">
          <a:xfrm>
            <a:off x="4862515" y="3223494"/>
            <a:ext cx="321407" cy="1549014"/>
            <a:chOff x="2971800" y="2190750"/>
            <a:chExt cx="228599" cy="1101725"/>
          </a:xfrm>
        </p:grpSpPr>
        <p:cxnSp>
          <p:nvCxnSpPr>
            <p:cNvPr id="61" name="Straight Connector 60"/>
            <p:cNvCxnSpPr/>
            <p:nvPr/>
          </p:nvCxnSpPr>
          <p:spPr bwMode="auto">
            <a:xfrm rot="16199999" flipV="1">
              <a:off x="2478088" y="2684463"/>
              <a:ext cx="1101725" cy="11430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 bwMode="auto">
            <a:xfrm rot="5400000" flipH="1" flipV="1">
              <a:off x="2592387" y="2684463"/>
              <a:ext cx="1101725" cy="11430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8850528" name="Group 130"/>
          <p:cNvGrpSpPr/>
          <p:nvPr/>
        </p:nvGrpSpPr>
        <p:grpSpPr bwMode="auto">
          <a:xfrm>
            <a:off x="4433963" y="2044995"/>
            <a:ext cx="1178502" cy="1178502"/>
            <a:chOff x="2905125" y="1428750"/>
            <a:chExt cx="838200" cy="838200"/>
          </a:xfrm>
        </p:grpSpPr>
        <p:sp>
          <p:nvSpPr>
            <p:cNvPr id="43" name="Rectangle 42"/>
            <p:cNvSpPr/>
            <p:nvPr/>
          </p:nvSpPr>
          <p:spPr bwMode="auto">
            <a:xfrm>
              <a:off x="2905125" y="1428750"/>
              <a:ext cx="838200" cy="83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endParaRPr lang="en-US" sz="2800">
                <a:latin typeface="Arial"/>
                <a:ea typeface="微软雅黑"/>
              </a:endParaRPr>
            </a:p>
          </p:txBody>
        </p:sp>
        <p:sp>
          <p:nvSpPr>
            <p:cNvPr id="126" name="Freeform 48"/>
            <p:cNvSpPr/>
            <p:nvPr/>
          </p:nvSpPr>
          <p:spPr bwMode="auto">
            <a:xfrm>
              <a:off x="3221544" y="1661741"/>
              <a:ext cx="205362" cy="372219"/>
            </a:xfrm>
            <a:custGeom>
              <a:avLst/>
              <a:gdLst/>
              <a:ahLst/>
              <a:cxnLst>
                <a:cxn ang="0">
                  <a:pos x="36" y="20"/>
                </a:cxn>
                <a:cxn ang="0">
                  <a:pos x="15" y="66"/>
                </a:cxn>
                <a:cxn ang="0">
                  <a:pos x="13" y="67"/>
                </a:cxn>
                <a:cxn ang="0">
                  <a:pos x="12" y="67"/>
                </a:cxn>
                <a:cxn ang="0">
                  <a:pos x="11" y="65"/>
                </a:cxn>
                <a:cxn ang="0">
                  <a:pos x="19" y="33"/>
                </a:cxn>
                <a:cxn ang="0">
                  <a:pos x="3" y="37"/>
                </a:cxn>
                <a:cxn ang="0">
                  <a:pos x="2" y="37"/>
                </a:cxn>
                <a:cxn ang="0">
                  <a:pos x="1" y="36"/>
                </a:cxn>
                <a:cxn ang="0">
                  <a:pos x="1" y="35"/>
                </a:cxn>
                <a:cxn ang="0">
                  <a:pos x="9" y="2"/>
                </a:cxn>
                <a:cxn ang="0">
                  <a:pos x="10" y="0"/>
                </a:cxn>
                <a:cxn ang="0">
                  <a:pos x="24" y="0"/>
                </a:cxn>
                <a:cxn ang="0">
                  <a:pos x="25" y="2"/>
                </a:cxn>
                <a:cxn ang="0">
                  <a:pos x="25" y="3"/>
                </a:cxn>
                <a:cxn ang="0">
                  <a:pos x="18" y="21"/>
                </a:cxn>
                <a:cxn ang="0">
                  <a:pos x="34" y="18"/>
                </a:cxn>
                <a:cxn ang="0">
                  <a:pos x="35" y="17"/>
                </a:cxn>
                <a:cxn ang="0">
                  <a:pos x="36" y="18"/>
                </a:cxn>
                <a:cxn ang="0">
                  <a:pos x="36" y="20"/>
                </a:cxn>
              </a:cxnLst>
              <a:rect l="0" t="0" r="r" b="b"/>
              <a:pathLst>
                <a:path w="37" h="67" fill="norm" stroke="1" extrusionOk="0">
                  <a:moveTo>
                    <a:pt x="36" y="20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4" y="67"/>
                    <a:pt x="14" y="67"/>
                    <a:pt x="13" y="67"/>
                  </a:cubicBezTo>
                  <a:cubicBezTo>
                    <a:pt x="13" y="67"/>
                    <a:pt x="13" y="67"/>
                    <a:pt x="12" y="67"/>
                  </a:cubicBezTo>
                  <a:cubicBezTo>
                    <a:pt x="11" y="67"/>
                    <a:pt x="11" y="66"/>
                    <a:pt x="11" y="6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37"/>
                    <a:pt x="2" y="37"/>
                    <a:pt x="2" y="37"/>
                  </a:cubicBezTo>
                  <a:cubicBezTo>
                    <a:pt x="2" y="37"/>
                    <a:pt x="1" y="37"/>
                    <a:pt x="1" y="36"/>
                  </a:cubicBezTo>
                  <a:cubicBezTo>
                    <a:pt x="1" y="36"/>
                    <a:pt x="0" y="35"/>
                    <a:pt x="1" y="35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1"/>
                    <a:pt x="10" y="0"/>
                    <a:pt x="10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5" y="0"/>
                    <a:pt x="25" y="1"/>
                    <a:pt x="25" y="2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7"/>
                    <a:pt x="34" y="17"/>
                    <a:pt x="35" y="17"/>
                  </a:cubicBezTo>
                  <a:cubicBezTo>
                    <a:pt x="35" y="17"/>
                    <a:pt x="36" y="18"/>
                    <a:pt x="36" y="18"/>
                  </a:cubicBezTo>
                  <a:cubicBezTo>
                    <a:pt x="36" y="19"/>
                    <a:pt x="37" y="19"/>
                    <a:pt x="36" y="2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8563" tIns="64282" rIns="128563" bIns="64282" numCol="1" anchor="t" anchorCtr="0" compatLnSpc="1"/>
            <a:lstStyle/>
            <a:p>
              <a:pPr>
                <a:lnSpc>
                  <a:spcPct val="120000"/>
                </a:lnSpc>
                <a:defRPr/>
              </a:pPr>
              <a:endParaRPr lang="en-US" sz="2800">
                <a:latin typeface="Arial"/>
                <a:ea typeface="微软雅黑"/>
              </a:endParaRPr>
            </a:p>
          </p:txBody>
        </p:sp>
      </p:grpSp>
      <p:grpSp>
        <p:nvGrpSpPr>
          <p:cNvPr id="2001730858" name="Group 84"/>
          <p:cNvGrpSpPr/>
          <p:nvPr/>
        </p:nvGrpSpPr>
        <p:grpSpPr bwMode="auto">
          <a:xfrm>
            <a:off x="6657050" y="3223494"/>
            <a:ext cx="321407" cy="1549014"/>
            <a:chOff x="2971800" y="2190750"/>
            <a:chExt cx="228599" cy="1101725"/>
          </a:xfrm>
        </p:grpSpPr>
        <p:cxnSp>
          <p:nvCxnSpPr>
            <p:cNvPr id="86" name="Straight Connector 85"/>
            <p:cNvCxnSpPr/>
            <p:nvPr/>
          </p:nvCxnSpPr>
          <p:spPr bwMode="auto">
            <a:xfrm rot="16199999" flipV="1">
              <a:off x="2478088" y="2684463"/>
              <a:ext cx="1101725" cy="11430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 bwMode="auto">
            <a:xfrm rot="5400000" flipH="1" flipV="1">
              <a:off x="2592387" y="2684463"/>
              <a:ext cx="1101725" cy="11430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900350" name="Group 131"/>
          <p:cNvGrpSpPr/>
          <p:nvPr/>
        </p:nvGrpSpPr>
        <p:grpSpPr bwMode="auto">
          <a:xfrm>
            <a:off x="6228499" y="2044995"/>
            <a:ext cx="1178502" cy="1178502"/>
            <a:chOff x="4152900" y="1428750"/>
            <a:chExt cx="838200" cy="838200"/>
          </a:xfrm>
        </p:grpSpPr>
        <p:sp>
          <p:nvSpPr>
            <p:cNvPr id="82" name="Rectangle 81"/>
            <p:cNvSpPr/>
            <p:nvPr/>
          </p:nvSpPr>
          <p:spPr bwMode="auto">
            <a:xfrm>
              <a:off x="4152900" y="1428750"/>
              <a:ext cx="838200" cy="838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endParaRPr lang="en-US" sz="2800">
                <a:latin typeface="Arial"/>
                <a:ea typeface="微软雅黑"/>
              </a:endParaRPr>
            </a:p>
          </p:txBody>
        </p:sp>
        <p:sp>
          <p:nvSpPr>
            <p:cNvPr id="127" name="Freeform 107"/>
            <p:cNvSpPr>
              <a:spLocks noEditPoints="1"/>
            </p:cNvSpPr>
            <p:nvPr/>
          </p:nvSpPr>
          <p:spPr bwMode="auto">
            <a:xfrm>
              <a:off x="4391025" y="1664307"/>
              <a:ext cx="361951" cy="367085"/>
            </a:xfrm>
            <a:custGeom>
              <a:avLst/>
              <a:gdLst/>
              <a:ahLst/>
              <a:cxnLst>
                <a:cxn ang="0">
                  <a:pos x="64" y="14"/>
                </a:cxn>
                <a:cxn ang="0">
                  <a:pos x="12" y="65"/>
                </a:cxn>
                <a:cxn ang="0">
                  <a:pos x="10" y="66"/>
                </a:cxn>
                <a:cxn ang="0">
                  <a:pos x="8" y="65"/>
                </a:cxn>
                <a:cxn ang="0">
                  <a:pos x="0" y="57"/>
                </a:cxn>
                <a:cxn ang="0">
                  <a:pos x="0" y="56"/>
                </a:cxn>
                <a:cxn ang="0">
                  <a:pos x="0" y="54"/>
                </a:cxn>
                <a:cxn ang="0">
                  <a:pos x="52" y="2"/>
                </a:cxn>
                <a:cxn ang="0">
                  <a:pos x="54" y="1"/>
                </a:cxn>
                <a:cxn ang="0">
                  <a:pos x="56" y="2"/>
                </a:cxn>
                <a:cxn ang="0">
                  <a:pos x="64" y="10"/>
                </a:cxn>
                <a:cxn ang="0">
                  <a:pos x="64" y="12"/>
                </a:cxn>
                <a:cxn ang="0">
                  <a:pos x="64" y="14"/>
                </a:cxn>
                <a:cxn ang="0">
                  <a:pos x="14" y="5"/>
                </a:cxn>
                <a:cxn ang="0">
                  <a:pos x="10" y="7"/>
                </a:cxn>
                <a:cxn ang="0">
                  <a:pos x="9" y="11"/>
                </a:cxn>
                <a:cxn ang="0">
                  <a:pos x="8" y="7"/>
                </a:cxn>
                <a:cxn ang="0">
                  <a:pos x="4" y="5"/>
                </a:cxn>
                <a:cxn ang="0">
                  <a:pos x="8" y="4"/>
                </a:cxn>
                <a:cxn ang="0">
                  <a:pos x="9" y="0"/>
                </a:cxn>
                <a:cxn ang="0">
                  <a:pos x="10" y="4"/>
                </a:cxn>
                <a:cxn ang="0">
                  <a:pos x="14" y="5"/>
                </a:cxn>
                <a:cxn ang="0">
                  <a:pos x="32" y="13"/>
                </a:cxn>
                <a:cxn ang="0">
                  <a:pos x="24" y="16"/>
                </a:cxn>
                <a:cxn ang="0">
                  <a:pos x="22" y="23"/>
                </a:cxn>
                <a:cxn ang="0">
                  <a:pos x="19" y="16"/>
                </a:cxn>
                <a:cxn ang="0">
                  <a:pos x="11" y="13"/>
                </a:cxn>
                <a:cxn ang="0">
                  <a:pos x="19" y="11"/>
                </a:cxn>
                <a:cxn ang="0">
                  <a:pos x="22" y="3"/>
                </a:cxn>
                <a:cxn ang="0">
                  <a:pos x="24" y="11"/>
                </a:cxn>
                <a:cxn ang="0">
                  <a:pos x="32" y="13"/>
                </a:cxn>
                <a:cxn ang="0">
                  <a:pos x="40" y="5"/>
                </a:cxn>
                <a:cxn ang="0">
                  <a:pos x="36" y="7"/>
                </a:cxn>
                <a:cxn ang="0">
                  <a:pos x="34" y="11"/>
                </a:cxn>
                <a:cxn ang="0">
                  <a:pos x="33" y="7"/>
                </a:cxn>
                <a:cxn ang="0">
                  <a:pos x="29" y="5"/>
                </a:cxn>
                <a:cxn ang="0">
                  <a:pos x="33" y="4"/>
                </a:cxn>
                <a:cxn ang="0">
                  <a:pos x="34" y="0"/>
                </a:cxn>
                <a:cxn ang="0">
                  <a:pos x="36" y="4"/>
                </a:cxn>
                <a:cxn ang="0">
                  <a:pos x="40" y="5"/>
                </a:cxn>
                <a:cxn ang="0">
                  <a:pos x="58" y="12"/>
                </a:cxn>
                <a:cxn ang="0">
                  <a:pos x="54" y="8"/>
                </a:cxn>
                <a:cxn ang="0">
                  <a:pos x="42" y="19"/>
                </a:cxn>
                <a:cxn ang="0">
                  <a:pos x="46" y="24"/>
                </a:cxn>
                <a:cxn ang="0">
                  <a:pos x="58" y="12"/>
                </a:cxn>
                <a:cxn ang="0">
                  <a:pos x="65" y="31"/>
                </a:cxn>
                <a:cxn ang="0">
                  <a:pos x="61" y="32"/>
                </a:cxn>
                <a:cxn ang="0">
                  <a:pos x="60" y="36"/>
                </a:cxn>
                <a:cxn ang="0">
                  <a:pos x="59" y="32"/>
                </a:cxn>
                <a:cxn ang="0">
                  <a:pos x="55" y="31"/>
                </a:cxn>
                <a:cxn ang="0">
                  <a:pos x="59" y="30"/>
                </a:cxn>
                <a:cxn ang="0">
                  <a:pos x="60" y="26"/>
                </a:cxn>
                <a:cxn ang="0">
                  <a:pos x="61" y="30"/>
                </a:cxn>
                <a:cxn ang="0">
                  <a:pos x="65" y="31"/>
                </a:cxn>
              </a:cxnLst>
              <a:rect l="0" t="0" r="r" b="b"/>
              <a:pathLst>
                <a:path w="65" h="66" fill="norm" stroke="1" extrusionOk="0">
                  <a:moveTo>
                    <a:pt x="64" y="14"/>
                  </a:moveTo>
                  <a:cubicBezTo>
                    <a:pt x="12" y="65"/>
                    <a:pt x="12" y="65"/>
                    <a:pt x="12" y="65"/>
                  </a:cubicBezTo>
                  <a:cubicBezTo>
                    <a:pt x="11" y="66"/>
                    <a:pt x="11" y="66"/>
                    <a:pt x="10" y="66"/>
                  </a:cubicBezTo>
                  <a:cubicBezTo>
                    <a:pt x="9" y="66"/>
                    <a:pt x="9" y="66"/>
                    <a:pt x="8" y="65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6"/>
                    <a:pt x="0" y="56"/>
                  </a:cubicBezTo>
                  <a:cubicBezTo>
                    <a:pt x="0" y="55"/>
                    <a:pt x="0" y="54"/>
                    <a:pt x="0" y="54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2" y="2"/>
                    <a:pt x="53" y="1"/>
                    <a:pt x="54" y="1"/>
                  </a:cubicBezTo>
                  <a:cubicBezTo>
                    <a:pt x="54" y="1"/>
                    <a:pt x="55" y="2"/>
                    <a:pt x="56" y="2"/>
                  </a:cubicBezTo>
                  <a:cubicBezTo>
                    <a:pt x="64" y="10"/>
                    <a:pt x="64" y="10"/>
                    <a:pt x="64" y="10"/>
                  </a:cubicBezTo>
                  <a:cubicBezTo>
                    <a:pt x="64" y="11"/>
                    <a:pt x="64" y="11"/>
                    <a:pt x="64" y="12"/>
                  </a:cubicBezTo>
                  <a:cubicBezTo>
                    <a:pt x="64" y="13"/>
                    <a:pt x="64" y="13"/>
                    <a:pt x="64" y="14"/>
                  </a:cubicBezTo>
                  <a:close/>
                  <a:moveTo>
                    <a:pt x="14" y="5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0" y="4"/>
                    <a:pt x="10" y="4"/>
                    <a:pt x="10" y="4"/>
                  </a:cubicBezTo>
                  <a:lnTo>
                    <a:pt x="14" y="5"/>
                  </a:lnTo>
                  <a:close/>
                  <a:moveTo>
                    <a:pt x="32" y="13"/>
                  </a:moveTo>
                  <a:cubicBezTo>
                    <a:pt x="24" y="16"/>
                    <a:pt x="24" y="16"/>
                    <a:pt x="24" y="16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4" y="11"/>
                    <a:pt x="24" y="11"/>
                    <a:pt x="24" y="11"/>
                  </a:cubicBezTo>
                  <a:lnTo>
                    <a:pt x="32" y="13"/>
                  </a:lnTo>
                  <a:close/>
                  <a:moveTo>
                    <a:pt x="40" y="5"/>
                  </a:moveTo>
                  <a:cubicBezTo>
                    <a:pt x="36" y="7"/>
                    <a:pt x="36" y="7"/>
                    <a:pt x="36" y="7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6" y="4"/>
                    <a:pt x="36" y="4"/>
                    <a:pt x="36" y="4"/>
                  </a:cubicBezTo>
                  <a:lnTo>
                    <a:pt x="40" y="5"/>
                  </a:lnTo>
                  <a:close/>
                  <a:moveTo>
                    <a:pt x="58" y="12"/>
                  </a:moveTo>
                  <a:cubicBezTo>
                    <a:pt x="54" y="8"/>
                    <a:pt x="54" y="8"/>
                    <a:pt x="54" y="8"/>
                  </a:cubicBezTo>
                  <a:cubicBezTo>
                    <a:pt x="42" y="19"/>
                    <a:pt x="42" y="19"/>
                    <a:pt x="42" y="19"/>
                  </a:cubicBezTo>
                  <a:cubicBezTo>
                    <a:pt x="46" y="24"/>
                    <a:pt x="46" y="24"/>
                    <a:pt x="46" y="24"/>
                  </a:cubicBezTo>
                  <a:lnTo>
                    <a:pt x="58" y="12"/>
                  </a:lnTo>
                  <a:close/>
                  <a:moveTo>
                    <a:pt x="65" y="31"/>
                  </a:moveTo>
                  <a:cubicBezTo>
                    <a:pt x="61" y="32"/>
                    <a:pt x="61" y="32"/>
                    <a:pt x="61" y="32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9" y="32"/>
                    <a:pt x="59" y="32"/>
                    <a:pt x="59" y="32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60" y="26"/>
                    <a:pt x="60" y="26"/>
                    <a:pt x="60" y="26"/>
                  </a:cubicBezTo>
                  <a:cubicBezTo>
                    <a:pt x="61" y="30"/>
                    <a:pt x="61" y="30"/>
                    <a:pt x="61" y="30"/>
                  </a:cubicBezTo>
                  <a:lnTo>
                    <a:pt x="65" y="3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8563" tIns="64282" rIns="128563" bIns="64282" numCol="1" anchor="t" anchorCtr="0" compatLnSpc="1"/>
            <a:lstStyle/>
            <a:p>
              <a:pPr>
                <a:lnSpc>
                  <a:spcPct val="120000"/>
                </a:lnSpc>
                <a:defRPr/>
              </a:pPr>
              <a:endParaRPr lang="en-US" sz="2800">
                <a:latin typeface="Arial"/>
                <a:ea typeface="微软雅黑"/>
              </a:endParaRPr>
            </a:p>
          </p:txBody>
        </p:sp>
      </p:grpSp>
      <p:grpSp>
        <p:nvGrpSpPr>
          <p:cNvPr id="179817176" name="Group 92"/>
          <p:cNvGrpSpPr/>
          <p:nvPr/>
        </p:nvGrpSpPr>
        <p:grpSpPr bwMode="auto">
          <a:xfrm>
            <a:off x="8478369" y="3223494"/>
            <a:ext cx="321407" cy="1549014"/>
            <a:chOff x="2971800" y="2190750"/>
            <a:chExt cx="228599" cy="1101725"/>
          </a:xfrm>
        </p:grpSpPr>
        <p:cxnSp>
          <p:nvCxnSpPr>
            <p:cNvPr id="94" name="Straight Connector 93"/>
            <p:cNvCxnSpPr/>
            <p:nvPr/>
          </p:nvCxnSpPr>
          <p:spPr bwMode="auto">
            <a:xfrm rot="16199999" flipV="1">
              <a:off x="2478088" y="2684463"/>
              <a:ext cx="1101725" cy="11430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 bwMode="auto">
            <a:xfrm rot="5400000" flipH="1" flipV="1">
              <a:off x="2592387" y="2684463"/>
              <a:ext cx="1101725" cy="11430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4990732" name="Group 132"/>
          <p:cNvGrpSpPr/>
          <p:nvPr/>
        </p:nvGrpSpPr>
        <p:grpSpPr bwMode="auto">
          <a:xfrm>
            <a:off x="8049817" y="2044995"/>
            <a:ext cx="1178502" cy="1178502"/>
            <a:chOff x="5400675" y="1428750"/>
            <a:chExt cx="838200" cy="838200"/>
          </a:xfrm>
        </p:grpSpPr>
        <p:sp>
          <p:nvSpPr>
            <p:cNvPr id="90" name="Rectangle 89"/>
            <p:cNvSpPr/>
            <p:nvPr/>
          </p:nvSpPr>
          <p:spPr bwMode="auto">
            <a:xfrm>
              <a:off x="5400675" y="1428750"/>
              <a:ext cx="838200" cy="838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endParaRPr lang="en-US" sz="2800">
                <a:latin typeface="Arial"/>
                <a:ea typeface="微软雅黑"/>
              </a:endParaRPr>
            </a:p>
          </p:txBody>
        </p:sp>
        <p:sp>
          <p:nvSpPr>
            <p:cNvPr id="128" name="Freeform 130"/>
            <p:cNvSpPr>
              <a:spLocks noEditPoints="1"/>
            </p:cNvSpPr>
            <p:nvPr/>
          </p:nvSpPr>
          <p:spPr bwMode="auto">
            <a:xfrm>
              <a:off x="5633666" y="1661741"/>
              <a:ext cx="372219" cy="372219"/>
            </a:xfrm>
            <a:custGeom>
              <a:avLst/>
              <a:gdLst/>
              <a:ahLst/>
              <a:cxnLst>
                <a:cxn ang="0">
                  <a:pos x="62" y="67"/>
                </a:cxn>
                <a:cxn ang="0">
                  <a:pos x="59" y="66"/>
                </a:cxn>
                <a:cxn ang="0">
                  <a:pos x="45" y="52"/>
                </a:cxn>
                <a:cxn ang="0">
                  <a:pos x="29" y="57"/>
                </a:cxn>
                <a:cxn ang="0">
                  <a:pos x="0" y="29"/>
                </a:cxn>
                <a:cxn ang="0">
                  <a:pos x="29" y="0"/>
                </a:cxn>
                <a:cxn ang="0">
                  <a:pos x="57" y="29"/>
                </a:cxn>
                <a:cxn ang="0">
                  <a:pos x="52" y="45"/>
                </a:cxn>
                <a:cxn ang="0">
                  <a:pos x="66" y="59"/>
                </a:cxn>
                <a:cxn ang="0">
                  <a:pos x="67" y="62"/>
                </a:cxn>
                <a:cxn ang="0">
                  <a:pos x="62" y="67"/>
                </a:cxn>
                <a:cxn ang="0">
                  <a:pos x="29" y="11"/>
                </a:cxn>
                <a:cxn ang="0">
                  <a:pos x="11" y="29"/>
                </a:cxn>
                <a:cxn ang="0">
                  <a:pos x="29" y="47"/>
                </a:cxn>
                <a:cxn ang="0">
                  <a:pos x="47" y="29"/>
                </a:cxn>
                <a:cxn ang="0">
                  <a:pos x="29" y="11"/>
                </a:cxn>
                <a:cxn ang="0">
                  <a:pos x="42" y="30"/>
                </a:cxn>
                <a:cxn ang="0">
                  <a:pos x="40" y="31"/>
                </a:cxn>
                <a:cxn ang="0">
                  <a:pos x="31" y="31"/>
                </a:cxn>
                <a:cxn ang="0">
                  <a:pos x="31" y="40"/>
                </a:cxn>
                <a:cxn ang="0">
                  <a:pos x="30" y="42"/>
                </a:cxn>
                <a:cxn ang="0">
                  <a:pos x="27" y="42"/>
                </a:cxn>
                <a:cxn ang="0">
                  <a:pos x="26" y="40"/>
                </a:cxn>
                <a:cxn ang="0">
                  <a:pos x="26" y="31"/>
                </a:cxn>
                <a:cxn ang="0">
                  <a:pos x="17" y="31"/>
                </a:cxn>
                <a:cxn ang="0">
                  <a:pos x="16" y="30"/>
                </a:cxn>
                <a:cxn ang="0">
                  <a:pos x="16" y="27"/>
                </a:cxn>
                <a:cxn ang="0">
                  <a:pos x="17" y="26"/>
                </a:cxn>
                <a:cxn ang="0">
                  <a:pos x="26" y="26"/>
                </a:cxn>
                <a:cxn ang="0">
                  <a:pos x="26" y="17"/>
                </a:cxn>
                <a:cxn ang="0">
                  <a:pos x="27" y="16"/>
                </a:cxn>
                <a:cxn ang="0">
                  <a:pos x="30" y="16"/>
                </a:cxn>
                <a:cxn ang="0">
                  <a:pos x="31" y="17"/>
                </a:cxn>
                <a:cxn ang="0">
                  <a:pos x="31" y="26"/>
                </a:cxn>
                <a:cxn ang="0">
                  <a:pos x="40" y="26"/>
                </a:cxn>
                <a:cxn ang="0">
                  <a:pos x="42" y="27"/>
                </a:cxn>
                <a:cxn ang="0">
                  <a:pos x="42" y="30"/>
                </a:cxn>
              </a:cxnLst>
              <a:rect l="0" t="0" r="r" b="b"/>
              <a:pathLst>
                <a:path w="67" h="67" fill="norm" stroke="1" extrusionOk="0">
                  <a:moveTo>
                    <a:pt x="62" y="67"/>
                  </a:moveTo>
                  <a:cubicBezTo>
                    <a:pt x="61" y="67"/>
                    <a:pt x="59" y="67"/>
                    <a:pt x="59" y="66"/>
                  </a:cubicBezTo>
                  <a:cubicBezTo>
                    <a:pt x="45" y="52"/>
                    <a:pt x="45" y="52"/>
                    <a:pt x="45" y="52"/>
                  </a:cubicBezTo>
                  <a:cubicBezTo>
                    <a:pt x="40" y="55"/>
                    <a:pt x="34" y="57"/>
                    <a:pt x="29" y="57"/>
                  </a:cubicBezTo>
                  <a:cubicBezTo>
                    <a:pt x="13" y="57"/>
                    <a:pt x="0" y="44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4" y="0"/>
                    <a:pt x="57" y="13"/>
                    <a:pt x="57" y="29"/>
                  </a:cubicBezTo>
                  <a:cubicBezTo>
                    <a:pt x="57" y="34"/>
                    <a:pt x="55" y="40"/>
                    <a:pt x="52" y="45"/>
                  </a:cubicBezTo>
                  <a:cubicBezTo>
                    <a:pt x="66" y="59"/>
                    <a:pt x="66" y="59"/>
                    <a:pt x="66" y="59"/>
                  </a:cubicBezTo>
                  <a:cubicBezTo>
                    <a:pt x="67" y="59"/>
                    <a:pt x="67" y="61"/>
                    <a:pt x="67" y="62"/>
                  </a:cubicBezTo>
                  <a:cubicBezTo>
                    <a:pt x="67" y="65"/>
                    <a:pt x="65" y="67"/>
                    <a:pt x="62" y="67"/>
                  </a:cubicBezTo>
                  <a:close/>
                  <a:moveTo>
                    <a:pt x="29" y="11"/>
                  </a:moveTo>
                  <a:cubicBezTo>
                    <a:pt x="19" y="11"/>
                    <a:pt x="11" y="19"/>
                    <a:pt x="11" y="29"/>
                  </a:cubicBezTo>
                  <a:cubicBezTo>
                    <a:pt x="11" y="39"/>
                    <a:pt x="19" y="47"/>
                    <a:pt x="29" y="47"/>
                  </a:cubicBezTo>
                  <a:cubicBezTo>
                    <a:pt x="39" y="47"/>
                    <a:pt x="47" y="39"/>
                    <a:pt x="47" y="29"/>
                  </a:cubicBezTo>
                  <a:cubicBezTo>
                    <a:pt x="47" y="19"/>
                    <a:pt x="39" y="11"/>
                    <a:pt x="29" y="11"/>
                  </a:cubicBezTo>
                  <a:close/>
                  <a:moveTo>
                    <a:pt x="42" y="30"/>
                  </a:moveTo>
                  <a:cubicBezTo>
                    <a:pt x="42" y="31"/>
                    <a:pt x="41" y="31"/>
                    <a:pt x="40" y="31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1"/>
                    <a:pt x="31" y="42"/>
                    <a:pt x="30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6" y="41"/>
                    <a:pt x="26" y="40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7" y="31"/>
                    <a:pt x="16" y="31"/>
                    <a:pt x="16" y="30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6" y="27"/>
                    <a:pt x="17" y="26"/>
                    <a:pt x="17" y="26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6"/>
                    <a:pt x="27" y="16"/>
                    <a:pt x="27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1" y="16"/>
                    <a:pt x="31" y="16"/>
                    <a:pt x="31" y="17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2" y="27"/>
                    <a:pt x="42" y="27"/>
                  </a:cubicBezTo>
                  <a:lnTo>
                    <a:pt x="42" y="3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8563" tIns="64282" rIns="128563" bIns="64282" numCol="1" anchor="t" anchorCtr="0" compatLnSpc="1"/>
            <a:lstStyle/>
            <a:p>
              <a:pPr>
                <a:lnSpc>
                  <a:spcPct val="120000"/>
                </a:lnSpc>
                <a:defRPr/>
              </a:pPr>
              <a:endParaRPr lang="en-US" sz="2800">
                <a:latin typeface="Arial"/>
                <a:ea typeface="微软雅黑"/>
              </a:endParaRPr>
            </a:p>
          </p:txBody>
        </p:sp>
      </p:grpSp>
      <p:grpSp>
        <p:nvGrpSpPr>
          <p:cNvPr id="516627806" name="Group 99"/>
          <p:cNvGrpSpPr/>
          <p:nvPr/>
        </p:nvGrpSpPr>
        <p:grpSpPr bwMode="auto">
          <a:xfrm>
            <a:off x="10259511" y="3223494"/>
            <a:ext cx="321407" cy="1549014"/>
            <a:chOff x="2971800" y="2190750"/>
            <a:chExt cx="228599" cy="1101725"/>
          </a:xfrm>
        </p:grpSpPr>
        <p:cxnSp>
          <p:nvCxnSpPr>
            <p:cNvPr id="101" name="Straight Connector 100"/>
            <p:cNvCxnSpPr/>
            <p:nvPr/>
          </p:nvCxnSpPr>
          <p:spPr bwMode="auto">
            <a:xfrm rot="16199999" flipV="1">
              <a:off x="2478088" y="2684463"/>
              <a:ext cx="1101725" cy="11430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auto">
            <a:xfrm rot="5400000" flipH="1" flipV="1">
              <a:off x="2592387" y="2684463"/>
              <a:ext cx="1101725" cy="11430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7501241" name="Group 133"/>
          <p:cNvGrpSpPr/>
          <p:nvPr/>
        </p:nvGrpSpPr>
        <p:grpSpPr bwMode="auto">
          <a:xfrm>
            <a:off x="9830961" y="2044995"/>
            <a:ext cx="1178502" cy="1178502"/>
            <a:chOff x="6648450" y="1428750"/>
            <a:chExt cx="838200" cy="838200"/>
          </a:xfrm>
        </p:grpSpPr>
        <p:sp>
          <p:nvSpPr>
            <p:cNvPr id="97" name="Rectangle 96"/>
            <p:cNvSpPr/>
            <p:nvPr/>
          </p:nvSpPr>
          <p:spPr bwMode="auto">
            <a:xfrm>
              <a:off x="6648450" y="1428750"/>
              <a:ext cx="838200" cy="838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endParaRPr lang="en-US" sz="2800">
                <a:latin typeface="Arial"/>
                <a:ea typeface="微软雅黑"/>
              </a:endParaRPr>
            </a:p>
          </p:txBody>
        </p:sp>
        <p:sp>
          <p:nvSpPr>
            <p:cNvPr id="129" name="Freeform 89"/>
            <p:cNvSpPr>
              <a:spLocks noEditPoints="1"/>
            </p:cNvSpPr>
            <p:nvPr/>
          </p:nvSpPr>
          <p:spPr bwMode="auto">
            <a:xfrm>
              <a:off x="6878874" y="1659174"/>
              <a:ext cx="377353" cy="377353"/>
            </a:xfrm>
            <a:custGeom>
              <a:avLst/>
              <a:gdLst/>
              <a:ahLst/>
              <a:cxnLst>
                <a:cxn ang="0">
                  <a:pos x="68" y="3"/>
                </a:cxn>
                <a:cxn ang="0">
                  <a:pos x="58" y="61"/>
                </a:cxn>
                <a:cxn ang="0">
                  <a:pos x="57" y="63"/>
                </a:cxn>
                <a:cxn ang="0">
                  <a:pos x="56" y="63"/>
                </a:cxn>
                <a:cxn ang="0">
                  <a:pos x="55" y="63"/>
                </a:cxn>
                <a:cxn ang="0">
                  <a:pos x="35" y="55"/>
                </a:cxn>
                <a:cxn ang="0">
                  <a:pos x="23" y="67"/>
                </a:cxn>
                <a:cxn ang="0">
                  <a:pos x="22" y="68"/>
                </a:cxn>
                <a:cxn ang="0">
                  <a:pos x="21" y="68"/>
                </a:cxn>
                <a:cxn ang="0">
                  <a:pos x="19" y="65"/>
                </a:cxn>
                <a:cxn ang="0">
                  <a:pos x="19" y="48"/>
                </a:cxn>
                <a:cxn ang="0">
                  <a:pos x="1" y="41"/>
                </a:cxn>
                <a:cxn ang="0">
                  <a:pos x="0" y="39"/>
                </a:cxn>
                <a:cxn ang="0">
                  <a:pos x="1" y="36"/>
                </a:cxn>
                <a:cxn ang="0">
                  <a:pos x="64" y="0"/>
                </a:cxn>
                <a:cxn ang="0">
                  <a:pos x="67" y="0"/>
                </a:cxn>
                <a:cxn ang="0">
                  <a:pos x="68" y="3"/>
                </a:cxn>
                <a:cxn ang="0">
                  <a:pos x="62" y="7"/>
                </a:cxn>
                <a:cxn ang="0">
                  <a:pos x="8" y="38"/>
                </a:cxn>
                <a:cxn ang="0">
                  <a:pos x="20" y="43"/>
                </a:cxn>
                <a:cxn ang="0">
                  <a:pos x="53" y="19"/>
                </a:cxn>
                <a:cxn ang="0">
                  <a:pos x="35" y="49"/>
                </a:cxn>
                <a:cxn ang="0">
                  <a:pos x="54" y="57"/>
                </a:cxn>
                <a:cxn ang="0">
                  <a:pos x="62" y="7"/>
                </a:cxn>
              </a:cxnLst>
              <a:rect l="0" t="0" r="r" b="b"/>
              <a:pathLst>
                <a:path w="68" h="68" fill="norm" stroke="1" extrusionOk="0">
                  <a:moveTo>
                    <a:pt x="68" y="3"/>
                  </a:moveTo>
                  <a:cubicBezTo>
                    <a:pt x="58" y="61"/>
                    <a:pt x="58" y="61"/>
                    <a:pt x="58" y="61"/>
                  </a:cubicBezTo>
                  <a:cubicBezTo>
                    <a:pt x="58" y="62"/>
                    <a:pt x="57" y="62"/>
                    <a:pt x="57" y="63"/>
                  </a:cubicBezTo>
                  <a:cubicBezTo>
                    <a:pt x="56" y="63"/>
                    <a:pt x="56" y="63"/>
                    <a:pt x="56" y="63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35" y="55"/>
                    <a:pt x="35" y="55"/>
                    <a:pt x="35" y="55"/>
                  </a:cubicBezTo>
                  <a:cubicBezTo>
                    <a:pt x="23" y="67"/>
                    <a:pt x="23" y="67"/>
                    <a:pt x="23" y="67"/>
                  </a:cubicBezTo>
                  <a:cubicBezTo>
                    <a:pt x="23" y="67"/>
                    <a:pt x="22" y="68"/>
                    <a:pt x="22" y="68"/>
                  </a:cubicBezTo>
                  <a:cubicBezTo>
                    <a:pt x="21" y="68"/>
                    <a:pt x="21" y="68"/>
                    <a:pt x="21" y="68"/>
                  </a:cubicBezTo>
                  <a:cubicBezTo>
                    <a:pt x="20" y="67"/>
                    <a:pt x="19" y="66"/>
                    <a:pt x="19" y="65"/>
                  </a:cubicBezTo>
                  <a:cubicBezTo>
                    <a:pt x="19" y="48"/>
                    <a:pt x="19" y="48"/>
                    <a:pt x="19" y="48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0" y="40"/>
                    <a:pt x="0" y="40"/>
                    <a:pt x="0" y="39"/>
                  </a:cubicBezTo>
                  <a:cubicBezTo>
                    <a:pt x="0" y="38"/>
                    <a:pt x="0" y="37"/>
                    <a:pt x="1" y="36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5" y="0"/>
                    <a:pt x="66" y="0"/>
                    <a:pt x="67" y="0"/>
                  </a:cubicBezTo>
                  <a:cubicBezTo>
                    <a:pt x="68" y="1"/>
                    <a:pt x="68" y="2"/>
                    <a:pt x="68" y="3"/>
                  </a:cubicBezTo>
                  <a:close/>
                  <a:moveTo>
                    <a:pt x="62" y="7"/>
                  </a:moveTo>
                  <a:cubicBezTo>
                    <a:pt x="8" y="38"/>
                    <a:pt x="8" y="38"/>
                    <a:pt x="8" y="38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54" y="57"/>
                    <a:pt x="54" y="57"/>
                    <a:pt x="54" y="57"/>
                  </a:cubicBezTo>
                  <a:lnTo>
                    <a:pt x="62" y="7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8563" tIns="64282" rIns="128563" bIns="64282" numCol="1" anchor="t" anchorCtr="0" compatLnSpc="1"/>
            <a:lstStyle/>
            <a:p>
              <a:pPr>
                <a:lnSpc>
                  <a:spcPct val="120000"/>
                </a:lnSpc>
                <a:defRPr/>
              </a:pPr>
              <a:endParaRPr lang="en-US" sz="2800">
                <a:latin typeface="Arial"/>
                <a:ea typeface="微软雅黑"/>
              </a:endParaRPr>
            </a:p>
          </p:txBody>
        </p:sp>
      </p:grpSp>
      <p:sp>
        <p:nvSpPr>
          <p:cNvPr id="1224210533" name="Right Arrow 160"/>
          <p:cNvSpPr/>
          <p:nvPr/>
        </p:nvSpPr>
        <p:spPr bwMode="auto">
          <a:xfrm>
            <a:off x="3844715" y="2376187"/>
            <a:ext cx="495507" cy="51611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/>
            </a:pPr>
            <a:endParaRPr lang="en-US" sz="2800">
              <a:latin typeface="Arial"/>
              <a:ea typeface="微软雅黑"/>
            </a:endParaRPr>
          </a:p>
        </p:txBody>
      </p:sp>
      <p:sp>
        <p:nvSpPr>
          <p:cNvPr id="1005145068" name="Right Arrow 161"/>
          <p:cNvSpPr/>
          <p:nvPr/>
        </p:nvSpPr>
        <p:spPr bwMode="auto">
          <a:xfrm>
            <a:off x="5679425" y="2376187"/>
            <a:ext cx="495507" cy="51611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/>
            </a:pPr>
            <a:endParaRPr lang="en-US" sz="2800">
              <a:latin typeface="Arial"/>
              <a:ea typeface="微软雅黑"/>
            </a:endParaRPr>
          </a:p>
        </p:txBody>
      </p:sp>
      <p:sp>
        <p:nvSpPr>
          <p:cNvPr id="173966023" name="Right Arrow 162"/>
          <p:cNvSpPr/>
          <p:nvPr/>
        </p:nvSpPr>
        <p:spPr bwMode="auto">
          <a:xfrm>
            <a:off x="7487354" y="2376187"/>
            <a:ext cx="495507" cy="51611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/>
            </a:pPr>
            <a:endParaRPr lang="en-US" sz="2800">
              <a:latin typeface="Arial"/>
              <a:ea typeface="微软雅黑"/>
            </a:endParaRPr>
          </a:p>
        </p:txBody>
      </p:sp>
      <p:sp>
        <p:nvSpPr>
          <p:cNvPr id="43177165" name="Right Arrow 163"/>
          <p:cNvSpPr/>
          <p:nvPr/>
        </p:nvSpPr>
        <p:spPr bwMode="auto">
          <a:xfrm>
            <a:off x="9295279" y="2376187"/>
            <a:ext cx="495507" cy="51611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/>
            </a:pPr>
            <a:endParaRPr lang="en-US" sz="2800">
              <a:latin typeface="Arial"/>
              <a:ea typeface="微软雅黑"/>
            </a:endParaRPr>
          </a:p>
        </p:txBody>
      </p:sp>
      <p:sp>
        <p:nvSpPr>
          <p:cNvPr id="709829544" name="Text Placeholder 7"/>
          <p:cNvSpPr txBox="1"/>
          <p:nvPr/>
        </p:nvSpPr>
        <p:spPr bwMode="auto">
          <a:xfrm>
            <a:off x="1555567" y="4593619"/>
            <a:ext cx="1331091" cy="334187"/>
          </a:xfrm>
          <a:prstGeom prst="rect">
            <a:avLst/>
          </a:prstGeom>
        </p:spPr>
        <p:txBody>
          <a:bodyPr vert="horz" lIns="0" tIns="103884" rIns="0" bIns="103884" anchor="ctr" anchorCtr="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650" b="1">
                <a:solidFill>
                  <a:schemeClr val="accent1"/>
                </a:solidFill>
                <a:latin typeface="League Gothic Regular"/>
                <a:ea typeface="+mn-ea"/>
                <a:cs typeface="League Gothic Regular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请替换文字内容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128466144" name="Text Placeholder 2"/>
          <p:cNvSpPr txBox="1"/>
          <p:nvPr/>
        </p:nvSpPr>
        <p:spPr bwMode="auto">
          <a:xfrm>
            <a:off x="1555567" y="4982936"/>
            <a:ext cx="1754877" cy="429605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indent="0" algn="l" defTabSz="914400" rtl="0">
              <a:lnSpc>
                <a:spcPct val="120000"/>
              </a:lnSpc>
              <a:spcBef>
                <a:spcPts val="0"/>
              </a:spcBef>
              <a:buFont typeface="Arial"/>
              <a:buNone/>
              <a:defRPr sz="1600" b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Please replace text, click add relevant headline, modify the text content, also can copy your content to this directly.</a:t>
            </a:r>
            <a:endParaRPr lang="en-US" sz="8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1387917914" name="Text Placeholder 7"/>
          <p:cNvSpPr txBox="1"/>
          <p:nvPr/>
        </p:nvSpPr>
        <p:spPr bwMode="auto">
          <a:xfrm>
            <a:off x="4241617" y="4917469"/>
            <a:ext cx="1331091" cy="334187"/>
          </a:xfrm>
          <a:prstGeom prst="rect">
            <a:avLst/>
          </a:prstGeom>
        </p:spPr>
        <p:txBody>
          <a:bodyPr vert="horz" lIns="0" tIns="103884" rIns="0" bIns="103884" anchor="ctr" anchorCtr="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650" b="1">
                <a:solidFill>
                  <a:schemeClr val="accent1"/>
                </a:solidFill>
                <a:latin typeface="League Gothic Regular"/>
                <a:ea typeface="+mn-ea"/>
                <a:cs typeface="League Gothic Regular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请替换文字内容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106339251" name="Text Placeholder 2"/>
          <p:cNvSpPr txBox="1"/>
          <p:nvPr/>
        </p:nvSpPr>
        <p:spPr bwMode="auto">
          <a:xfrm>
            <a:off x="4241617" y="5306786"/>
            <a:ext cx="1754877" cy="429605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indent="0" algn="l" defTabSz="914400" rtl="0">
              <a:lnSpc>
                <a:spcPct val="120000"/>
              </a:lnSpc>
              <a:spcBef>
                <a:spcPts val="0"/>
              </a:spcBef>
              <a:buFont typeface="Arial"/>
              <a:buNone/>
              <a:defRPr sz="1600" b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Please replace text, click add relevant headline, modify the text content, also can copy your content to this directly.</a:t>
            </a:r>
            <a:endParaRPr lang="en-US" sz="8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526677307" name="Text Placeholder 7"/>
          <p:cNvSpPr txBox="1"/>
          <p:nvPr/>
        </p:nvSpPr>
        <p:spPr bwMode="auto">
          <a:xfrm>
            <a:off x="6089467" y="4917469"/>
            <a:ext cx="1331091" cy="334187"/>
          </a:xfrm>
          <a:prstGeom prst="rect">
            <a:avLst/>
          </a:prstGeom>
        </p:spPr>
        <p:txBody>
          <a:bodyPr vert="horz" lIns="0" tIns="103884" rIns="0" bIns="103884" anchor="ctr" anchorCtr="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650" b="1">
                <a:solidFill>
                  <a:schemeClr val="accent1"/>
                </a:solidFill>
                <a:latin typeface="League Gothic Regular"/>
                <a:ea typeface="+mn-ea"/>
                <a:cs typeface="League Gothic Regular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请替换文字内容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907670912" name="Text Placeholder 2"/>
          <p:cNvSpPr txBox="1"/>
          <p:nvPr/>
        </p:nvSpPr>
        <p:spPr bwMode="auto">
          <a:xfrm>
            <a:off x="6089467" y="5306786"/>
            <a:ext cx="1754877" cy="429605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indent="0" algn="l" defTabSz="914400" rtl="0">
              <a:lnSpc>
                <a:spcPct val="120000"/>
              </a:lnSpc>
              <a:spcBef>
                <a:spcPts val="0"/>
              </a:spcBef>
              <a:buFont typeface="Arial"/>
              <a:buNone/>
              <a:defRPr sz="1600" b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Please replace text, click add relevant headline, modify the text content, also can copy your content to this directly.</a:t>
            </a:r>
            <a:endParaRPr lang="en-US" sz="8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226179313" name="Text Placeholder 7"/>
          <p:cNvSpPr txBox="1"/>
          <p:nvPr/>
        </p:nvSpPr>
        <p:spPr bwMode="auto">
          <a:xfrm>
            <a:off x="7937317" y="4917469"/>
            <a:ext cx="1331091" cy="334187"/>
          </a:xfrm>
          <a:prstGeom prst="rect">
            <a:avLst/>
          </a:prstGeom>
        </p:spPr>
        <p:txBody>
          <a:bodyPr vert="horz" lIns="0" tIns="103884" rIns="0" bIns="103884" anchor="ctr" anchorCtr="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650" b="1">
                <a:solidFill>
                  <a:schemeClr val="accent1"/>
                </a:solidFill>
                <a:latin typeface="League Gothic Regular"/>
                <a:ea typeface="+mn-ea"/>
                <a:cs typeface="League Gothic Regular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请替换文字内容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1252391925" name="Text Placeholder 2"/>
          <p:cNvSpPr txBox="1"/>
          <p:nvPr/>
        </p:nvSpPr>
        <p:spPr bwMode="auto">
          <a:xfrm>
            <a:off x="7937317" y="5306786"/>
            <a:ext cx="1754877" cy="429605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indent="0" algn="l" defTabSz="914400" rtl="0">
              <a:lnSpc>
                <a:spcPct val="120000"/>
              </a:lnSpc>
              <a:spcBef>
                <a:spcPts val="0"/>
              </a:spcBef>
              <a:buFont typeface="Arial"/>
              <a:buNone/>
              <a:defRPr sz="1600" b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Please replace text, click add relevant headline, modify the text content, also can copy your content to this directly.</a:t>
            </a:r>
            <a:endParaRPr lang="en-US" sz="8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1098273925" name="Text Placeholder 7"/>
          <p:cNvSpPr txBox="1"/>
          <p:nvPr/>
        </p:nvSpPr>
        <p:spPr bwMode="auto">
          <a:xfrm>
            <a:off x="9785167" y="4917469"/>
            <a:ext cx="1331091" cy="334187"/>
          </a:xfrm>
          <a:prstGeom prst="rect">
            <a:avLst/>
          </a:prstGeom>
        </p:spPr>
        <p:txBody>
          <a:bodyPr vert="horz" lIns="0" tIns="103884" rIns="0" bIns="103884" anchor="ctr" anchorCtr="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650" b="1">
                <a:solidFill>
                  <a:schemeClr val="accent1"/>
                </a:solidFill>
                <a:latin typeface="League Gothic Regular"/>
                <a:ea typeface="+mn-ea"/>
                <a:cs typeface="League Gothic Regular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请替换文字内容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575771447" name="Text Placeholder 2"/>
          <p:cNvSpPr txBox="1"/>
          <p:nvPr/>
        </p:nvSpPr>
        <p:spPr bwMode="auto">
          <a:xfrm>
            <a:off x="9785167" y="5306786"/>
            <a:ext cx="1754877" cy="429605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indent="0" algn="l" defTabSz="914400" rtl="0">
              <a:lnSpc>
                <a:spcPct val="120000"/>
              </a:lnSpc>
              <a:spcBef>
                <a:spcPts val="0"/>
              </a:spcBef>
              <a:buFont typeface="Arial"/>
              <a:buNone/>
              <a:defRPr sz="1600" b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Please replace text, click add relevant headline, modify the text content, also can copy your content to this directly.</a:t>
            </a:r>
            <a:endParaRPr lang="en-US" sz="8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1977528467" name="TextBox 8"/>
          <p:cNvSpPr txBox="1"/>
          <p:nvPr/>
        </p:nvSpPr>
        <p:spPr bwMode="auto"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en-US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2030</a:t>
            </a:r>
            <a:r>
              <a:rPr lang="zh-CN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年度</a:t>
            </a:r>
            <a:r>
              <a:rPr lang="zh-CN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工作概述</a:t>
            </a:r>
            <a:endParaRPr lang="zh-CN" sz="40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1996307200" name="TextBox 8"/>
          <p:cNvSpPr txBox="1"/>
          <p:nvPr/>
        </p:nvSpPr>
        <p:spPr bwMode="auto">
          <a:xfrm>
            <a:off x="5025515" y="743527"/>
            <a:ext cx="2807720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2030 </a:t>
            </a: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ANNUAL WORK SUMMARY</a:t>
            </a:r>
            <a:endParaRPr lang="zh-CN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grpSp>
        <p:nvGrpSpPr>
          <p:cNvPr id="1657317474" name="组合 47"/>
          <p:cNvGrpSpPr/>
          <p:nvPr/>
        </p:nvGrpSpPr>
        <p:grpSpPr bwMode="auto"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49" name="直接连接符 48"/>
            <p:cNvCxnSpPr/>
            <p:nvPr/>
          </p:nvCxnSpPr>
          <p:spPr bwMode="auto"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 bwMode="auto"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64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464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464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4464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82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654682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21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24210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24210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24210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850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588505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588505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58850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93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49793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1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051450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051450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051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0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9003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29003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900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1730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5" dur="500"/>
                                        <p:tgtEl>
                                          <p:spTgt spid="2001730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6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39660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39660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396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99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849907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849907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8499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0"/>
                            </p:stCondLst>
                            <p:childTnLst>
                              <p:par>
                                <p:cTn id="5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1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1" dur="500"/>
                                        <p:tgtEl>
                                          <p:spTgt spid="17981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500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77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3177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3177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3177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000"/>
                            </p:stCondLst>
                            <p:childTnLst>
                              <p:par>
                                <p:cTn id="6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50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9075012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9075012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07501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500"/>
                            </p:stCondLst>
                            <p:childTnLst>
                              <p:par>
                                <p:cTn id="7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627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7" dur="500"/>
                                        <p:tgtEl>
                                          <p:spTgt spid="516627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8295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7098295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7098295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098295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66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28466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28466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917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387917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387917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387917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39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06339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06339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677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26677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26677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26677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670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907670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907670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179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26179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26179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26179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91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252391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252391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273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098273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098273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098273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771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575771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75771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4210533" grpId="0" animBg="1"/>
      <p:bldP spid="1005145068" grpId="0" animBg="1"/>
      <p:bldP spid="173966023" grpId="0" animBg="1"/>
      <p:bldP spid="43177165" grpId="0" animBg="1"/>
      <p:bldP spid="70982954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98295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0982954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0982954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098295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8466144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84661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2846614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2846614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8791791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879179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38791791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38791791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3879179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6339251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63392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633925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633925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2667730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66773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2667730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2667730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2667730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07670912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076709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9076709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076709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617931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61793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2617931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2617931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261793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5239192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523919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25239192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25239192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98273925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82739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9827392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9827392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982739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5771447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57714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7577144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7577144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456248" name="圆角矩形 1"/>
          <p:cNvSpPr/>
          <p:nvPr/>
        </p:nvSpPr>
        <p:spPr bwMode="auto">
          <a:xfrm>
            <a:off x="4238958" y="3493258"/>
            <a:ext cx="4380840" cy="96991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716" tIns="36357" rIns="72716" bIns="36357" rtlCol="0" anchor="ctr"/>
          <a:lstStyle/>
          <a:p>
            <a:pPr algn="ctr">
              <a:defRPr/>
            </a:pPr>
            <a:endParaRPr lang="zh-CN" sz="1500">
              <a:latin typeface="Arial"/>
              <a:ea typeface="微软雅黑"/>
            </a:endParaRPr>
          </a:p>
        </p:txBody>
      </p:sp>
      <p:sp>
        <p:nvSpPr>
          <p:cNvPr id="1082372909" name="椭圆 2"/>
          <p:cNvSpPr/>
          <p:nvPr/>
        </p:nvSpPr>
        <p:spPr bwMode="auto">
          <a:xfrm>
            <a:off x="5919193" y="2214972"/>
            <a:ext cx="1020367" cy="102036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lang="en-US" sz="4400">
                <a:solidFill>
                  <a:schemeClr val="bg1"/>
                </a:solidFill>
                <a:latin typeface="Arial"/>
                <a:ea typeface="微软雅黑"/>
              </a:rPr>
              <a:t>03</a:t>
            </a:r>
            <a:endParaRPr lang="zh-CN" sz="4400">
              <a:solidFill>
                <a:schemeClr val="bg1"/>
              </a:solidFill>
              <a:latin typeface="Arial"/>
              <a:ea typeface="微软雅黑"/>
            </a:endParaRPr>
          </a:p>
        </p:txBody>
      </p:sp>
      <p:sp>
        <p:nvSpPr>
          <p:cNvPr id="338623504" name="MH_Entry_1"/>
          <p:cNvSpPr/>
          <p:nvPr/>
        </p:nvSpPr>
        <p:spPr bwMode="auto">
          <a:xfrm>
            <a:off x="5161541" y="3624146"/>
            <a:ext cx="2535673" cy="70814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 fill="norm" stroke="1" extrusionOk="0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algn="ctr">
              <a:defRPr/>
            </a:pPr>
            <a:r>
              <a:rPr lang="zh-CN" sz="3200">
                <a:solidFill>
                  <a:schemeClr val="bg1"/>
                </a:solidFill>
                <a:latin typeface="Arial"/>
                <a:ea typeface="微软雅黑"/>
              </a:rPr>
              <a:t>成功项目展示</a:t>
            </a:r>
            <a:r>
              <a:rPr lang="en-US" sz="1400">
                <a:solidFill>
                  <a:schemeClr val="bg1"/>
                </a:solidFill>
                <a:latin typeface="Arial"/>
                <a:ea typeface="微软雅黑"/>
              </a:rPr>
              <a:t>ANNUAL WORK SUMMARY</a:t>
            </a:r>
            <a:endParaRPr lang="zh-CN" sz="1400">
              <a:solidFill>
                <a:schemeClr val="bg1"/>
              </a:solidFill>
              <a:latin typeface="Arial"/>
              <a:ea typeface="微软雅黑"/>
            </a:endParaRPr>
          </a:p>
        </p:txBody>
      </p:sp>
      <p:sp>
        <p:nvSpPr>
          <p:cNvPr id="1873908810" name="TextBox 11"/>
          <p:cNvSpPr txBox="1"/>
          <p:nvPr/>
        </p:nvSpPr>
        <p:spPr bwMode="auto">
          <a:xfrm>
            <a:off x="6508471" y="4646802"/>
            <a:ext cx="1609415" cy="215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lvl="1" indent="-171450" algn="ctr">
              <a:buFont typeface="Arial"/>
              <a:buChar char="•"/>
              <a:defRPr/>
            </a:pPr>
            <a:r>
              <a:rPr lang="zh-CN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添加相关标题文字</a:t>
            </a:r>
            <a:endParaRPr lang="en-US" sz="14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1331648973" name="TextBox 11"/>
          <p:cNvSpPr txBox="1"/>
          <p:nvPr/>
        </p:nvSpPr>
        <p:spPr bwMode="auto">
          <a:xfrm>
            <a:off x="4738017" y="4646802"/>
            <a:ext cx="1609415" cy="215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lvl="1" indent="-171450" algn="ctr">
              <a:buFont typeface="Arial"/>
              <a:buChar char="•"/>
              <a:defRPr/>
            </a:pPr>
            <a:r>
              <a:rPr lang="zh-CN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添加相关标题文字</a:t>
            </a:r>
            <a:endParaRPr lang="en-US" sz="14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1974882175" name="TextBox 11"/>
          <p:cNvSpPr txBox="1"/>
          <p:nvPr/>
        </p:nvSpPr>
        <p:spPr bwMode="auto">
          <a:xfrm>
            <a:off x="6508471" y="4916416"/>
            <a:ext cx="1609415" cy="215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lvl="1" indent="-171450" algn="ctr">
              <a:buFont typeface="Arial"/>
              <a:buChar char="•"/>
              <a:defRPr/>
            </a:pPr>
            <a:r>
              <a:rPr lang="zh-CN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添加相关标题文字</a:t>
            </a:r>
            <a:endParaRPr lang="en-US" sz="14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1287906226" name="TextBox 11"/>
          <p:cNvSpPr txBox="1"/>
          <p:nvPr/>
        </p:nvSpPr>
        <p:spPr bwMode="auto">
          <a:xfrm>
            <a:off x="4738017" y="4916416"/>
            <a:ext cx="1609415" cy="215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lvl="1" indent="-171450" algn="ctr">
              <a:buFont typeface="Arial"/>
              <a:buChar char="•"/>
              <a:defRPr/>
            </a:pPr>
            <a:r>
              <a:rPr lang="zh-CN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添加相关标题文字</a:t>
            </a:r>
            <a:endParaRPr lang="en-US" sz="14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4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2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082372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082372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4456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764456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764456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2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23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23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23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235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08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739088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73908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48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31648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31648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488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74882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74882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906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87906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87906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4456248" grpId="0" animBg="1"/>
      <p:bldP spid="1082372909" grpId="0" animBg="1"/>
      <p:bldP spid="338623504" grpId="0"/>
      <p:bldP spid="1873908810" grpId="0"/>
      <p:bldP spid="1331648973" grpId="0"/>
      <p:bldP spid="1974882175" grpId="0"/>
      <p:bldP spid="12879062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05248" name="矩形 11"/>
          <p:cNvSpPr/>
          <p:nvPr/>
        </p:nvSpPr>
        <p:spPr bwMode="auto">
          <a:xfrm>
            <a:off x="294547" y="1117027"/>
            <a:ext cx="4028238" cy="2890627"/>
          </a:xfrm>
          <a:prstGeom prst="rect">
            <a:avLst/>
          </a:prstGeom>
          <a:blipFill rotWithShape="1">
            <a:blip r:embed="rId3">
              <a:grayscl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zh-CN">
              <a:latin typeface="Arial"/>
              <a:ea typeface="微软雅黑"/>
            </a:endParaRPr>
          </a:p>
        </p:txBody>
      </p:sp>
      <p:sp>
        <p:nvSpPr>
          <p:cNvPr id="201403168" name="矩形 13"/>
          <p:cNvSpPr/>
          <p:nvPr/>
        </p:nvSpPr>
        <p:spPr bwMode="auto">
          <a:xfrm>
            <a:off x="4415256" y="1117027"/>
            <a:ext cx="4028238" cy="2890627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zh-CN">
              <a:latin typeface="Arial"/>
              <a:ea typeface="微软雅黑"/>
            </a:endParaRPr>
          </a:p>
        </p:txBody>
      </p:sp>
      <p:sp>
        <p:nvSpPr>
          <p:cNvPr id="185195007" name="矩形 14"/>
          <p:cNvSpPr/>
          <p:nvPr/>
        </p:nvSpPr>
        <p:spPr bwMode="auto">
          <a:xfrm>
            <a:off x="8535965" y="1117027"/>
            <a:ext cx="4028238" cy="2890627"/>
          </a:xfrm>
          <a:prstGeom prst="rect">
            <a:avLst/>
          </a:prstGeom>
          <a:blipFill rotWithShape="1">
            <a:blip r:embed="rId4">
              <a:grayscl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zh-CN">
              <a:latin typeface="Arial"/>
              <a:ea typeface="微软雅黑"/>
            </a:endParaRPr>
          </a:p>
        </p:txBody>
      </p:sp>
      <p:sp>
        <p:nvSpPr>
          <p:cNvPr id="1627999668" name="矩形 15"/>
          <p:cNvSpPr/>
          <p:nvPr/>
        </p:nvSpPr>
        <p:spPr bwMode="auto">
          <a:xfrm>
            <a:off x="294547" y="4082786"/>
            <a:ext cx="4028238" cy="289062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zh-CN">
              <a:latin typeface="Arial"/>
              <a:ea typeface="微软雅黑"/>
            </a:endParaRPr>
          </a:p>
        </p:txBody>
      </p:sp>
      <p:sp>
        <p:nvSpPr>
          <p:cNvPr id="740559684" name="矩形 16"/>
          <p:cNvSpPr/>
          <p:nvPr/>
        </p:nvSpPr>
        <p:spPr bwMode="auto">
          <a:xfrm>
            <a:off x="4415256" y="4082786"/>
            <a:ext cx="4028238" cy="2890627"/>
          </a:xfrm>
          <a:prstGeom prst="rect">
            <a:avLst/>
          </a:prstGeom>
          <a:blipFill rotWithShape="1">
            <a:blip r:embed="rId5">
              <a:grayscl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zh-CN">
              <a:latin typeface="Arial"/>
              <a:ea typeface="微软雅黑"/>
            </a:endParaRPr>
          </a:p>
        </p:txBody>
      </p:sp>
      <p:sp>
        <p:nvSpPr>
          <p:cNvPr id="442740557" name="矩形 17"/>
          <p:cNvSpPr/>
          <p:nvPr/>
        </p:nvSpPr>
        <p:spPr bwMode="auto">
          <a:xfrm>
            <a:off x="8535965" y="4082785"/>
            <a:ext cx="4028238" cy="2890627"/>
          </a:xfrm>
          <a:prstGeom prst="rect">
            <a:avLst/>
          </a:prstGeom>
          <a:solidFill>
            <a:schemeClr val="accent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zh-CN">
              <a:latin typeface="Arial"/>
              <a:ea typeface="微软雅黑"/>
            </a:endParaRPr>
          </a:p>
        </p:txBody>
      </p:sp>
      <p:sp>
        <p:nvSpPr>
          <p:cNvPr id="1287255182" name="TextBox 3"/>
          <p:cNvSpPr>
            <a:spLocks noChangeArrowheads="1"/>
          </p:cNvSpPr>
          <p:nvPr/>
        </p:nvSpPr>
        <p:spPr bwMode="auto">
          <a:xfrm>
            <a:off x="5038058" y="1764351"/>
            <a:ext cx="2754535" cy="14311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algn="just">
              <a:lnSpc>
                <a:spcPct val="150000"/>
              </a:lnSpc>
              <a:defRPr/>
            </a:pPr>
            <a:r>
              <a:rPr lang="zh-CN" sz="1400">
                <a:solidFill>
                  <a:schemeClr val="bg1"/>
                </a:solidFill>
                <a:ea typeface="微软雅黑"/>
              </a:rPr>
              <a:t>点击请替换文字内容</a:t>
            </a:r>
            <a:endParaRPr lang="zh-CN" sz="1400">
              <a:solidFill>
                <a:schemeClr val="bg1"/>
              </a:solidFill>
              <a:ea typeface="微软雅黑"/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sz="800">
                <a:solidFill>
                  <a:schemeClr val="bg1"/>
                </a:solidFill>
                <a:ea typeface="微软雅黑"/>
              </a:rPr>
              <a:t>请替换文字内容</a:t>
            </a:r>
            <a:r>
              <a:rPr lang="zh-CN" sz="800">
                <a:solidFill>
                  <a:schemeClr val="bg1"/>
                </a:solidFill>
                <a:ea typeface="微软雅黑"/>
              </a:rPr>
              <a:t>，添加相关标题，</a:t>
            </a:r>
            <a:r>
              <a:rPr lang="zh-CN" sz="800">
                <a:solidFill>
                  <a:schemeClr val="bg1"/>
                </a:solidFill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/>
                </a:solidFill>
                <a:ea typeface="微软雅黑"/>
              </a:rPr>
              <a:t>，添加相关标题，</a:t>
            </a:r>
            <a:r>
              <a:rPr lang="zh-CN" sz="800">
                <a:solidFill>
                  <a:schemeClr val="bg1"/>
                </a:solidFill>
                <a:ea typeface="微软雅黑"/>
              </a:rPr>
              <a:t>修改文字内容，也可以直接复制你的内容到此</a:t>
            </a:r>
            <a:r>
              <a:rPr lang="zh-CN" sz="800">
                <a:solidFill>
                  <a:schemeClr val="bg1"/>
                </a:solidFill>
                <a:ea typeface="微软雅黑"/>
              </a:rPr>
              <a:t>。</a:t>
            </a:r>
            <a:r>
              <a:rPr lang="zh-CN" sz="800">
                <a:solidFill>
                  <a:schemeClr val="bg1"/>
                </a:solidFill>
                <a:ea typeface="微软雅黑"/>
              </a:rPr>
              <a:t>请替换文字内容</a:t>
            </a:r>
            <a:r>
              <a:rPr lang="zh-CN" sz="800">
                <a:solidFill>
                  <a:schemeClr val="bg1"/>
                </a:solidFill>
                <a:ea typeface="微软雅黑"/>
              </a:rPr>
              <a:t>，添加相关标题，</a:t>
            </a:r>
            <a:r>
              <a:rPr lang="zh-CN" sz="800">
                <a:solidFill>
                  <a:schemeClr val="bg1"/>
                </a:solidFill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/>
                </a:solidFill>
                <a:ea typeface="微软雅黑"/>
              </a:rPr>
              <a:t>，添加相关标题，</a:t>
            </a:r>
            <a:r>
              <a:rPr lang="zh-CN" sz="800">
                <a:solidFill>
                  <a:schemeClr val="bg1"/>
                </a:solidFill>
                <a:ea typeface="微软雅黑"/>
              </a:rPr>
              <a:t>修改文字内容，也可以直接复制你的内容到此</a:t>
            </a:r>
            <a:r>
              <a:rPr lang="zh-CN" sz="800">
                <a:solidFill>
                  <a:schemeClr val="bg1"/>
                </a:solidFill>
                <a:ea typeface="微软雅黑"/>
              </a:rPr>
              <a:t>。</a:t>
            </a:r>
            <a:endParaRPr lang="zh-CN" sz="800">
              <a:solidFill>
                <a:schemeClr val="bg1"/>
              </a:solidFill>
              <a:ea typeface="微软雅黑"/>
            </a:endParaRPr>
          </a:p>
        </p:txBody>
      </p:sp>
      <p:sp>
        <p:nvSpPr>
          <p:cNvPr id="1878648829" name="TextBox 3"/>
          <p:cNvSpPr>
            <a:spLocks noChangeArrowheads="1"/>
          </p:cNvSpPr>
          <p:nvPr/>
        </p:nvSpPr>
        <p:spPr bwMode="auto">
          <a:xfrm>
            <a:off x="867276" y="4847534"/>
            <a:ext cx="2753787" cy="14311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algn="just">
              <a:lnSpc>
                <a:spcPct val="150000"/>
              </a:lnSpc>
              <a:defRPr/>
            </a:pPr>
            <a:r>
              <a:rPr lang="zh-CN" sz="1400">
                <a:solidFill>
                  <a:schemeClr val="bg1"/>
                </a:solidFill>
                <a:ea typeface="微软雅黑"/>
              </a:rPr>
              <a:t>点击请替换文字内容</a:t>
            </a:r>
            <a:endParaRPr lang="zh-CN" sz="1400">
              <a:solidFill>
                <a:schemeClr val="bg1"/>
              </a:solidFill>
              <a:ea typeface="微软雅黑"/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sz="800">
                <a:solidFill>
                  <a:schemeClr val="bg1"/>
                </a:solidFill>
                <a:ea typeface="微软雅黑"/>
              </a:rPr>
              <a:t>请替换文字内容</a:t>
            </a:r>
            <a:r>
              <a:rPr lang="zh-CN" sz="800">
                <a:solidFill>
                  <a:schemeClr val="bg1"/>
                </a:solidFill>
                <a:ea typeface="微软雅黑"/>
              </a:rPr>
              <a:t>，添加相关标题，</a:t>
            </a:r>
            <a:r>
              <a:rPr lang="zh-CN" sz="800">
                <a:solidFill>
                  <a:schemeClr val="bg1"/>
                </a:solidFill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/>
                </a:solidFill>
                <a:ea typeface="微软雅黑"/>
              </a:rPr>
              <a:t>，添加相关标题，</a:t>
            </a:r>
            <a:r>
              <a:rPr lang="zh-CN" sz="800">
                <a:solidFill>
                  <a:schemeClr val="bg1"/>
                </a:solidFill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/>
                </a:solidFill>
                <a:ea typeface="微软雅黑"/>
              </a:rPr>
              <a:t>，添加相关标题，</a:t>
            </a:r>
            <a:r>
              <a:rPr lang="zh-CN" sz="800">
                <a:solidFill>
                  <a:schemeClr val="bg1"/>
                </a:solidFill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/>
                </a:solidFill>
                <a:ea typeface="微软雅黑"/>
              </a:rPr>
              <a:t>，添加相关标题，</a:t>
            </a:r>
            <a:r>
              <a:rPr lang="zh-CN" sz="800">
                <a:solidFill>
                  <a:schemeClr val="bg1"/>
                </a:solidFill>
                <a:ea typeface="微软雅黑"/>
              </a:rPr>
              <a:t>修改文字内容，也可以直接复制你的内容到此</a:t>
            </a:r>
            <a:r>
              <a:rPr lang="zh-CN" sz="800">
                <a:solidFill>
                  <a:schemeClr val="bg1"/>
                </a:solidFill>
                <a:ea typeface="微软雅黑"/>
              </a:rPr>
              <a:t>。</a:t>
            </a:r>
            <a:endParaRPr lang="zh-CN" sz="800">
              <a:solidFill>
                <a:schemeClr val="bg1"/>
              </a:solidFill>
              <a:ea typeface="微软雅黑"/>
            </a:endParaRPr>
          </a:p>
        </p:txBody>
      </p:sp>
      <p:sp>
        <p:nvSpPr>
          <p:cNvPr id="1474974519" name="TextBox 3"/>
          <p:cNvSpPr>
            <a:spLocks noChangeArrowheads="1"/>
          </p:cNvSpPr>
          <p:nvPr/>
        </p:nvSpPr>
        <p:spPr bwMode="auto">
          <a:xfrm>
            <a:off x="9209588" y="4847534"/>
            <a:ext cx="2836361" cy="14311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algn="just">
              <a:lnSpc>
                <a:spcPct val="150000"/>
              </a:lnSpc>
              <a:defRPr/>
            </a:pPr>
            <a:r>
              <a:rPr lang="zh-CN" sz="1400">
                <a:solidFill>
                  <a:schemeClr val="bg1"/>
                </a:solidFill>
                <a:ea typeface="微软雅黑"/>
              </a:rPr>
              <a:t>点击请替换文字内容</a:t>
            </a:r>
            <a:endParaRPr lang="zh-CN" sz="1400">
              <a:solidFill>
                <a:schemeClr val="bg1"/>
              </a:solidFill>
              <a:ea typeface="微软雅黑"/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sz="800">
                <a:solidFill>
                  <a:schemeClr val="bg1"/>
                </a:solidFill>
                <a:ea typeface="微软雅黑"/>
              </a:rPr>
              <a:t>请替换文字内容</a:t>
            </a:r>
            <a:r>
              <a:rPr lang="zh-CN" sz="800">
                <a:solidFill>
                  <a:schemeClr val="bg1"/>
                </a:solidFill>
                <a:ea typeface="微软雅黑"/>
              </a:rPr>
              <a:t>，添加相关标题，</a:t>
            </a:r>
            <a:r>
              <a:rPr lang="zh-CN" sz="800">
                <a:solidFill>
                  <a:schemeClr val="bg1"/>
                </a:solidFill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/>
                </a:solidFill>
                <a:ea typeface="微软雅黑"/>
              </a:rPr>
              <a:t>，添加相关标题，</a:t>
            </a:r>
            <a:r>
              <a:rPr lang="zh-CN" sz="800">
                <a:solidFill>
                  <a:schemeClr val="bg1"/>
                </a:solidFill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/>
                </a:solidFill>
                <a:ea typeface="微软雅黑"/>
              </a:rPr>
              <a:t>，添加相关标题，</a:t>
            </a:r>
            <a:r>
              <a:rPr lang="zh-CN" sz="800">
                <a:solidFill>
                  <a:schemeClr val="bg1"/>
                </a:solidFill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/>
                </a:solidFill>
                <a:ea typeface="微软雅黑"/>
              </a:rPr>
              <a:t>，添加相关标题，</a:t>
            </a:r>
            <a:r>
              <a:rPr lang="zh-CN" sz="800">
                <a:solidFill>
                  <a:schemeClr val="bg1"/>
                </a:solidFill>
                <a:ea typeface="微软雅黑"/>
              </a:rPr>
              <a:t>修改文字内容，也可以直接复制你的内容到此</a:t>
            </a:r>
            <a:r>
              <a:rPr lang="zh-CN" sz="800">
                <a:solidFill>
                  <a:schemeClr val="bg1"/>
                </a:solidFill>
                <a:ea typeface="微软雅黑"/>
              </a:rPr>
              <a:t>。</a:t>
            </a:r>
            <a:endParaRPr lang="zh-CN" sz="800">
              <a:solidFill>
                <a:schemeClr val="bg1"/>
              </a:solidFill>
              <a:ea typeface="微软雅黑"/>
            </a:endParaRPr>
          </a:p>
        </p:txBody>
      </p:sp>
      <p:sp>
        <p:nvSpPr>
          <p:cNvPr id="989745704" name="矩形 32"/>
          <p:cNvSpPr/>
          <p:nvPr/>
        </p:nvSpPr>
        <p:spPr bwMode="auto">
          <a:xfrm flipH="1">
            <a:off x="4415256" y="3040294"/>
            <a:ext cx="931359" cy="967360"/>
          </a:xfrm>
          <a:custGeom>
            <a:avLst/>
            <a:gdLst/>
            <a:ahLst/>
            <a:cxnLst/>
            <a:rect l="l" t="t" r="r" b="b"/>
            <a:pathLst>
              <a:path w="1862852" h="1934859" fill="norm" stroke="1" extrusionOk="0">
                <a:moveTo>
                  <a:pt x="895422" y="0"/>
                </a:moveTo>
                <a:lnTo>
                  <a:pt x="1862852" y="967430"/>
                </a:lnTo>
                <a:lnTo>
                  <a:pt x="1830523" y="999758"/>
                </a:lnTo>
                <a:lnTo>
                  <a:pt x="1830523" y="999758"/>
                </a:lnTo>
                <a:lnTo>
                  <a:pt x="895421" y="1934859"/>
                </a:lnTo>
                <a:lnTo>
                  <a:pt x="863093" y="1902531"/>
                </a:lnTo>
                <a:lnTo>
                  <a:pt x="1770654" y="994970"/>
                </a:lnTo>
                <a:lnTo>
                  <a:pt x="0" y="994970"/>
                </a:lnTo>
                <a:lnTo>
                  <a:pt x="0" y="949251"/>
                </a:lnTo>
                <a:lnTo>
                  <a:pt x="1780016" y="949251"/>
                </a:lnTo>
                <a:lnTo>
                  <a:pt x="863094" y="3232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zh-CN">
              <a:latin typeface="Arial"/>
              <a:ea typeface="微软雅黑"/>
            </a:endParaRPr>
          </a:p>
        </p:txBody>
      </p:sp>
      <p:sp>
        <p:nvSpPr>
          <p:cNvPr id="1912241022" name="矩形 32"/>
          <p:cNvSpPr/>
          <p:nvPr/>
        </p:nvSpPr>
        <p:spPr bwMode="auto">
          <a:xfrm>
            <a:off x="3391425" y="6006054"/>
            <a:ext cx="931359" cy="967360"/>
          </a:xfrm>
          <a:custGeom>
            <a:avLst/>
            <a:gdLst/>
            <a:ahLst/>
            <a:cxnLst/>
            <a:rect l="l" t="t" r="r" b="b"/>
            <a:pathLst>
              <a:path w="1862852" h="1934859" fill="norm" stroke="1" extrusionOk="0">
                <a:moveTo>
                  <a:pt x="895422" y="0"/>
                </a:moveTo>
                <a:lnTo>
                  <a:pt x="1862852" y="967430"/>
                </a:lnTo>
                <a:lnTo>
                  <a:pt x="1830523" y="999758"/>
                </a:lnTo>
                <a:lnTo>
                  <a:pt x="1830523" y="999758"/>
                </a:lnTo>
                <a:lnTo>
                  <a:pt x="895421" y="1934859"/>
                </a:lnTo>
                <a:lnTo>
                  <a:pt x="863093" y="1902531"/>
                </a:lnTo>
                <a:lnTo>
                  <a:pt x="1770654" y="994970"/>
                </a:lnTo>
                <a:lnTo>
                  <a:pt x="0" y="994970"/>
                </a:lnTo>
                <a:lnTo>
                  <a:pt x="0" y="949251"/>
                </a:lnTo>
                <a:lnTo>
                  <a:pt x="1780016" y="949251"/>
                </a:lnTo>
                <a:lnTo>
                  <a:pt x="863094" y="3232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zh-CN">
              <a:latin typeface="Arial"/>
              <a:ea typeface="微软雅黑"/>
            </a:endParaRPr>
          </a:p>
        </p:txBody>
      </p:sp>
      <p:sp>
        <p:nvSpPr>
          <p:cNvPr id="1601826967" name="矩形 32"/>
          <p:cNvSpPr/>
          <p:nvPr/>
        </p:nvSpPr>
        <p:spPr bwMode="auto">
          <a:xfrm rot="16199999">
            <a:off x="8553966" y="4064786"/>
            <a:ext cx="931359" cy="967360"/>
          </a:xfrm>
          <a:custGeom>
            <a:avLst/>
            <a:gdLst/>
            <a:ahLst/>
            <a:cxnLst/>
            <a:rect l="l" t="t" r="r" b="b"/>
            <a:pathLst>
              <a:path w="1862852" h="1934859" fill="norm" stroke="1" extrusionOk="0">
                <a:moveTo>
                  <a:pt x="895422" y="0"/>
                </a:moveTo>
                <a:lnTo>
                  <a:pt x="1862852" y="967430"/>
                </a:lnTo>
                <a:lnTo>
                  <a:pt x="1830523" y="999758"/>
                </a:lnTo>
                <a:lnTo>
                  <a:pt x="1830523" y="999758"/>
                </a:lnTo>
                <a:lnTo>
                  <a:pt x="895421" y="1934859"/>
                </a:lnTo>
                <a:lnTo>
                  <a:pt x="863093" y="1902531"/>
                </a:lnTo>
                <a:lnTo>
                  <a:pt x="1770654" y="994970"/>
                </a:lnTo>
                <a:lnTo>
                  <a:pt x="0" y="994970"/>
                </a:lnTo>
                <a:lnTo>
                  <a:pt x="0" y="949251"/>
                </a:lnTo>
                <a:lnTo>
                  <a:pt x="1780016" y="949251"/>
                </a:lnTo>
                <a:lnTo>
                  <a:pt x="863094" y="3232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zh-CN">
              <a:latin typeface="Arial"/>
              <a:ea typeface="微软雅黑"/>
            </a:endParaRPr>
          </a:p>
        </p:txBody>
      </p:sp>
      <p:sp>
        <p:nvSpPr>
          <p:cNvPr id="1167039954" name="TextBox 8"/>
          <p:cNvSpPr txBox="1"/>
          <p:nvPr/>
        </p:nvSpPr>
        <p:spPr bwMode="auto"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en-US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2030</a:t>
            </a:r>
            <a:r>
              <a:rPr lang="zh-CN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年度</a:t>
            </a:r>
            <a:r>
              <a:rPr lang="zh-CN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工作概述</a:t>
            </a:r>
            <a:endParaRPr lang="zh-CN" sz="40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647920273" name="TextBox 8"/>
          <p:cNvSpPr txBox="1"/>
          <p:nvPr/>
        </p:nvSpPr>
        <p:spPr bwMode="auto">
          <a:xfrm>
            <a:off x="5025515" y="743527"/>
            <a:ext cx="2807720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2030 </a:t>
            </a: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ANNUAL WORK SUMMARY</a:t>
            </a:r>
            <a:endParaRPr lang="zh-CN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grpSp>
        <p:nvGrpSpPr>
          <p:cNvPr id="998502552" name="组合 24"/>
          <p:cNvGrpSpPr/>
          <p:nvPr/>
        </p:nvGrpSpPr>
        <p:grpSpPr bwMode="auto"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26" name="直接连接符 25"/>
            <p:cNvCxnSpPr/>
            <p:nvPr/>
          </p:nvCxnSpPr>
          <p:spPr bwMode="auto"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 bwMode="auto"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05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3405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3405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3405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33405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05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3405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3405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34052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3405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403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1403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1403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1403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1403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403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1403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1403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140316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1403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9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51950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51950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51950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51950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9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51950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51950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519500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5195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999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279996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279996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27999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27999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999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279996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279996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2799966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27999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55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405596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405596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40559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40559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55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405596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405596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4055968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40559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740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42740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42740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42740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42740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740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42740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42740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427405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42740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25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287255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287255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745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1000"/>
                                        <p:tgtEl>
                                          <p:spTgt spid="989745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6" dur="1000"/>
                                        <p:tgtEl>
                                          <p:spTgt spid="989745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8648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878648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878648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500"/>
                            </p:stCondLst>
                            <p:childTnLst>
                              <p:par>
                                <p:cTn id="9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224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000"/>
                                        <p:tgtEl>
                                          <p:spTgt spid="1912241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6" dur="1000"/>
                                        <p:tgtEl>
                                          <p:spTgt spid="191224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500"/>
                            </p:stCondLst>
                            <p:childTnLst>
                              <p:par>
                                <p:cTn id="9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97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474974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474974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4000"/>
                            </p:stCondLst>
                            <p:childTnLst>
                              <p:par>
                                <p:cTn id="10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826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000"/>
                                        <p:tgtEl>
                                          <p:spTgt spid="1601826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6" dur="1000"/>
                                        <p:tgtEl>
                                          <p:spTgt spid="1601826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405248" grpId="0" animBg="1"/>
      <p:bldP spid="133405248" grpId="1" animBg="1"/>
      <p:bldP spid="201403168" grpId="0" animBg="1"/>
      <p:bldP spid="201403168" grpId="1" animBg="1"/>
      <p:bldP spid="185195007" grpId="0" animBg="1"/>
      <p:bldP spid="185195007" grpId="1" animBg="1"/>
      <p:bldP spid="1627999668" grpId="0" animBg="1"/>
      <p:bldP spid="1627999668" grpId="1" animBg="1"/>
      <p:bldP spid="740559684" grpId="0" animBg="1"/>
      <p:bldP spid="740559684" grpId="1" animBg="1"/>
      <p:bldP spid="442740557" grpId="0" animBg="1"/>
      <p:bldP spid="442740557" grpId="1" animBg="1"/>
      <p:bldP spid="1287255182" grpId="0"/>
      <p:bldP spid="1878648829" grpId="0"/>
      <p:bldP spid="1474974519" grpId="0"/>
      <p:bldP spid="989745704" grpId="0" animBg="1"/>
      <p:bldP spid="1912241022" grpId="0" animBg="1"/>
      <p:bldP spid="160182696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94681446" name="Group 3"/>
          <p:cNvGrpSpPr/>
          <p:nvPr/>
        </p:nvGrpSpPr>
        <p:grpSpPr bwMode="auto">
          <a:xfrm>
            <a:off x="4250185" y="2489190"/>
            <a:ext cx="4332610" cy="4266143"/>
            <a:chOff x="3716515" y="2198268"/>
            <a:chExt cx="4730828" cy="4658251"/>
          </a:xfrm>
        </p:grpSpPr>
        <p:sp>
          <p:nvSpPr>
            <p:cNvPr id="6" name="Freeform 5"/>
            <p:cNvSpPr/>
            <p:nvPr/>
          </p:nvSpPr>
          <p:spPr bwMode="auto">
            <a:xfrm>
              <a:off x="4700746" y="2438216"/>
              <a:ext cx="2618693" cy="1561884"/>
            </a:xfrm>
            <a:custGeom>
              <a:avLst/>
              <a:gdLst>
                <a:gd name="T0" fmla="*/ 1495 w 1495"/>
                <a:gd name="T1" fmla="*/ 197 h 892"/>
                <a:gd name="T2" fmla="*/ 1475 w 1495"/>
                <a:gd name="T3" fmla="*/ 197 h 892"/>
                <a:gd name="T4" fmla="*/ 1475 w 1495"/>
                <a:gd name="T5" fmla="*/ 204 h 892"/>
                <a:gd name="T6" fmla="*/ 740 w 1495"/>
                <a:gd name="T7" fmla="*/ 0 h 892"/>
                <a:gd name="T8" fmla="*/ 32 w 1495"/>
                <a:gd name="T9" fmla="*/ 269 h 892"/>
                <a:gd name="T10" fmla="*/ 0 w 1495"/>
                <a:gd name="T11" fmla="*/ 269 h 892"/>
                <a:gd name="T12" fmla="*/ 0 w 1495"/>
                <a:gd name="T13" fmla="*/ 281 h 892"/>
                <a:gd name="T14" fmla="*/ 0 w 1495"/>
                <a:gd name="T15" fmla="*/ 281 h 892"/>
                <a:gd name="T16" fmla="*/ 0 w 1495"/>
                <a:gd name="T17" fmla="*/ 281 h 892"/>
                <a:gd name="T18" fmla="*/ 311 w 1495"/>
                <a:gd name="T19" fmla="*/ 392 h 892"/>
                <a:gd name="T20" fmla="*/ 311 w 1495"/>
                <a:gd name="T21" fmla="*/ 392 h 892"/>
                <a:gd name="T22" fmla="*/ 325 w 1495"/>
                <a:gd name="T23" fmla="*/ 685 h 892"/>
                <a:gd name="T24" fmla="*/ 1158 w 1495"/>
                <a:gd name="T25" fmla="*/ 641 h 892"/>
                <a:gd name="T26" fmla="*/ 1144 w 1495"/>
                <a:gd name="T27" fmla="*/ 360 h 892"/>
                <a:gd name="T28" fmla="*/ 1280 w 1495"/>
                <a:gd name="T29" fmla="*/ 302 h 892"/>
                <a:gd name="T30" fmla="*/ 1287 w 1495"/>
                <a:gd name="T31" fmla="*/ 451 h 892"/>
                <a:gd name="T32" fmla="*/ 1270 w 1495"/>
                <a:gd name="T33" fmla="*/ 477 h 892"/>
                <a:gd name="T34" fmla="*/ 1281 w 1495"/>
                <a:gd name="T35" fmla="*/ 497 h 892"/>
                <a:gd name="T36" fmla="*/ 1278 w 1495"/>
                <a:gd name="T37" fmla="*/ 635 h 892"/>
                <a:gd name="T38" fmla="*/ 1304 w 1495"/>
                <a:gd name="T39" fmla="*/ 633 h 892"/>
                <a:gd name="T40" fmla="*/ 1331 w 1495"/>
                <a:gd name="T41" fmla="*/ 632 h 892"/>
                <a:gd name="T42" fmla="*/ 1314 w 1495"/>
                <a:gd name="T43" fmla="*/ 495 h 892"/>
                <a:gd name="T44" fmla="*/ 1323 w 1495"/>
                <a:gd name="T45" fmla="*/ 474 h 892"/>
                <a:gd name="T46" fmla="*/ 1304 w 1495"/>
                <a:gd name="T47" fmla="*/ 450 h 892"/>
                <a:gd name="T48" fmla="*/ 1297 w 1495"/>
                <a:gd name="T49" fmla="*/ 294 h 892"/>
                <a:gd name="T50" fmla="*/ 1495 w 1495"/>
                <a:gd name="T51" fmla="*/ 209 h 892"/>
                <a:gd name="T52" fmla="*/ 1495 w 1495"/>
                <a:gd name="T53" fmla="*/ 197 h 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495" h="892" fill="norm" stroke="1" extrusionOk="0">
                  <a:moveTo>
                    <a:pt x="1495" y="197"/>
                  </a:moveTo>
                  <a:cubicBezTo>
                    <a:pt x="1475" y="197"/>
                    <a:pt x="1475" y="197"/>
                    <a:pt x="1475" y="197"/>
                  </a:cubicBezTo>
                  <a:cubicBezTo>
                    <a:pt x="1475" y="204"/>
                    <a:pt x="1475" y="204"/>
                    <a:pt x="1475" y="204"/>
                  </a:cubicBezTo>
                  <a:cubicBezTo>
                    <a:pt x="740" y="0"/>
                    <a:pt x="740" y="0"/>
                    <a:pt x="740" y="0"/>
                  </a:cubicBezTo>
                  <a:cubicBezTo>
                    <a:pt x="32" y="269"/>
                    <a:pt x="32" y="269"/>
                    <a:pt x="32" y="269"/>
                  </a:cubicBezTo>
                  <a:cubicBezTo>
                    <a:pt x="0" y="269"/>
                    <a:pt x="0" y="269"/>
                    <a:pt x="0" y="269"/>
                  </a:cubicBezTo>
                  <a:cubicBezTo>
                    <a:pt x="0" y="281"/>
                    <a:pt x="0" y="281"/>
                    <a:pt x="0" y="281"/>
                  </a:cubicBezTo>
                  <a:cubicBezTo>
                    <a:pt x="0" y="281"/>
                    <a:pt x="0" y="281"/>
                    <a:pt x="0" y="281"/>
                  </a:cubicBezTo>
                  <a:cubicBezTo>
                    <a:pt x="0" y="281"/>
                    <a:pt x="0" y="281"/>
                    <a:pt x="0" y="281"/>
                  </a:cubicBezTo>
                  <a:cubicBezTo>
                    <a:pt x="311" y="392"/>
                    <a:pt x="311" y="392"/>
                    <a:pt x="311" y="392"/>
                  </a:cubicBezTo>
                  <a:cubicBezTo>
                    <a:pt x="311" y="392"/>
                    <a:pt x="311" y="392"/>
                    <a:pt x="311" y="392"/>
                  </a:cubicBezTo>
                  <a:cubicBezTo>
                    <a:pt x="325" y="685"/>
                    <a:pt x="325" y="685"/>
                    <a:pt x="325" y="685"/>
                  </a:cubicBezTo>
                  <a:cubicBezTo>
                    <a:pt x="325" y="685"/>
                    <a:pt x="752" y="892"/>
                    <a:pt x="1158" y="641"/>
                  </a:cubicBezTo>
                  <a:cubicBezTo>
                    <a:pt x="1144" y="360"/>
                    <a:pt x="1144" y="360"/>
                    <a:pt x="1144" y="360"/>
                  </a:cubicBezTo>
                  <a:cubicBezTo>
                    <a:pt x="1280" y="302"/>
                    <a:pt x="1280" y="302"/>
                    <a:pt x="1280" y="302"/>
                  </a:cubicBezTo>
                  <a:cubicBezTo>
                    <a:pt x="1287" y="451"/>
                    <a:pt x="1287" y="451"/>
                    <a:pt x="1287" y="451"/>
                  </a:cubicBezTo>
                  <a:cubicBezTo>
                    <a:pt x="1277" y="455"/>
                    <a:pt x="1270" y="465"/>
                    <a:pt x="1270" y="477"/>
                  </a:cubicBezTo>
                  <a:cubicBezTo>
                    <a:pt x="1271" y="485"/>
                    <a:pt x="1275" y="492"/>
                    <a:pt x="1281" y="497"/>
                  </a:cubicBezTo>
                  <a:cubicBezTo>
                    <a:pt x="1264" y="533"/>
                    <a:pt x="1278" y="635"/>
                    <a:pt x="1278" y="635"/>
                  </a:cubicBezTo>
                  <a:cubicBezTo>
                    <a:pt x="1304" y="633"/>
                    <a:pt x="1304" y="633"/>
                    <a:pt x="1304" y="633"/>
                  </a:cubicBezTo>
                  <a:cubicBezTo>
                    <a:pt x="1331" y="632"/>
                    <a:pt x="1331" y="632"/>
                    <a:pt x="1331" y="632"/>
                  </a:cubicBezTo>
                  <a:cubicBezTo>
                    <a:pt x="1331" y="632"/>
                    <a:pt x="1335" y="529"/>
                    <a:pt x="1314" y="495"/>
                  </a:cubicBezTo>
                  <a:cubicBezTo>
                    <a:pt x="1320" y="490"/>
                    <a:pt x="1323" y="483"/>
                    <a:pt x="1323" y="474"/>
                  </a:cubicBezTo>
                  <a:cubicBezTo>
                    <a:pt x="1323" y="463"/>
                    <a:pt x="1315" y="453"/>
                    <a:pt x="1304" y="450"/>
                  </a:cubicBezTo>
                  <a:cubicBezTo>
                    <a:pt x="1297" y="294"/>
                    <a:pt x="1297" y="294"/>
                    <a:pt x="1297" y="294"/>
                  </a:cubicBezTo>
                  <a:cubicBezTo>
                    <a:pt x="1495" y="209"/>
                    <a:pt x="1495" y="209"/>
                    <a:pt x="1495" y="209"/>
                  </a:cubicBezTo>
                  <a:lnTo>
                    <a:pt x="1495" y="1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  <a:defRPr/>
              </a:pPr>
              <a:endParaRPr lang="en-GB" sz="85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8" name="Freeform 7"/>
            <p:cNvSpPr/>
            <p:nvPr/>
          </p:nvSpPr>
          <p:spPr bwMode="auto">
            <a:xfrm>
              <a:off x="4862193" y="4440005"/>
              <a:ext cx="1959576" cy="1293794"/>
            </a:xfrm>
            <a:custGeom>
              <a:avLst/>
              <a:gdLst>
                <a:gd name="T0" fmla="*/ 1119 w 1119"/>
                <a:gd name="T1" fmla="*/ 439 h 739"/>
                <a:gd name="T2" fmla="*/ 1092 w 1119"/>
                <a:gd name="T3" fmla="*/ 439 h 739"/>
                <a:gd name="T4" fmla="*/ 1065 w 1119"/>
                <a:gd name="T5" fmla="*/ 419 h 739"/>
                <a:gd name="T6" fmla="*/ 1011 w 1119"/>
                <a:gd name="T7" fmla="*/ 324 h 739"/>
                <a:gd name="T8" fmla="*/ 975 w 1119"/>
                <a:gd name="T9" fmla="*/ 262 h 739"/>
                <a:gd name="T10" fmla="*/ 974 w 1119"/>
                <a:gd name="T11" fmla="*/ 261 h 739"/>
                <a:gd name="T12" fmla="*/ 973 w 1119"/>
                <a:gd name="T13" fmla="*/ 252 h 739"/>
                <a:gd name="T14" fmla="*/ 973 w 1119"/>
                <a:gd name="T15" fmla="*/ 249 h 739"/>
                <a:gd name="T16" fmla="*/ 972 w 1119"/>
                <a:gd name="T17" fmla="*/ 240 h 739"/>
                <a:gd name="T18" fmla="*/ 972 w 1119"/>
                <a:gd name="T19" fmla="*/ 239 h 739"/>
                <a:gd name="T20" fmla="*/ 246 w 1119"/>
                <a:gd name="T21" fmla="*/ 17 h 739"/>
                <a:gd name="T22" fmla="*/ 237 w 1119"/>
                <a:gd name="T23" fmla="*/ 0 h 739"/>
                <a:gd name="T24" fmla="*/ 237 w 1119"/>
                <a:gd name="T25" fmla="*/ 12 h 739"/>
                <a:gd name="T26" fmla="*/ 348 w 1119"/>
                <a:gd name="T27" fmla="*/ 121 h 739"/>
                <a:gd name="T28" fmla="*/ 391 w 1119"/>
                <a:gd name="T29" fmla="*/ 242 h 739"/>
                <a:gd name="T30" fmla="*/ 424 w 1119"/>
                <a:gd name="T31" fmla="*/ 336 h 739"/>
                <a:gd name="T32" fmla="*/ 400 w 1119"/>
                <a:gd name="T33" fmla="*/ 399 h 739"/>
                <a:gd name="T34" fmla="*/ 378 w 1119"/>
                <a:gd name="T35" fmla="*/ 468 h 739"/>
                <a:gd name="T36" fmla="*/ 25 w 1119"/>
                <a:gd name="T37" fmla="*/ 629 h 739"/>
                <a:gd name="T38" fmla="*/ 0 w 1119"/>
                <a:gd name="T39" fmla="*/ 629 h 739"/>
                <a:gd name="T40" fmla="*/ 0 w 1119"/>
                <a:gd name="T41" fmla="*/ 641 h 739"/>
                <a:gd name="T42" fmla="*/ 961 w 1119"/>
                <a:gd name="T43" fmla="*/ 546 h 739"/>
                <a:gd name="T44" fmla="*/ 1119 w 1119"/>
                <a:gd name="T45" fmla="*/ 451 h 739"/>
                <a:gd name="T46" fmla="*/ 1119 w 1119"/>
                <a:gd name="T47" fmla="*/ 451 h 739"/>
                <a:gd name="T48" fmla="*/ 1119 w 1119"/>
                <a:gd name="T49" fmla="*/ 451 h 739"/>
                <a:gd name="T50" fmla="*/ 1119 w 1119"/>
                <a:gd name="T51" fmla="*/ 4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19" h="739" fill="norm" stroke="1" extrusionOk="0">
                  <a:moveTo>
                    <a:pt x="1119" y="439"/>
                  </a:moveTo>
                  <a:cubicBezTo>
                    <a:pt x="1092" y="439"/>
                    <a:pt x="1092" y="439"/>
                    <a:pt x="1092" y="439"/>
                  </a:cubicBezTo>
                  <a:cubicBezTo>
                    <a:pt x="1080" y="432"/>
                    <a:pt x="1070" y="426"/>
                    <a:pt x="1065" y="419"/>
                  </a:cubicBezTo>
                  <a:cubicBezTo>
                    <a:pt x="1045" y="394"/>
                    <a:pt x="1021" y="351"/>
                    <a:pt x="1011" y="324"/>
                  </a:cubicBezTo>
                  <a:cubicBezTo>
                    <a:pt x="1000" y="296"/>
                    <a:pt x="980" y="297"/>
                    <a:pt x="975" y="262"/>
                  </a:cubicBezTo>
                  <a:cubicBezTo>
                    <a:pt x="975" y="262"/>
                    <a:pt x="974" y="261"/>
                    <a:pt x="974" y="261"/>
                  </a:cubicBezTo>
                  <a:cubicBezTo>
                    <a:pt x="974" y="258"/>
                    <a:pt x="974" y="255"/>
                    <a:pt x="973" y="252"/>
                  </a:cubicBezTo>
                  <a:cubicBezTo>
                    <a:pt x="973" y="251"/>
                    <a:pt x="973" y="250"/>
                    <a:pt x="973" y="249"/>
                  </a:cubicBezTo>
                  <a:cubicBezTo>
                    <a:pt x="972" y="246"/>
                    <a:pt x="972" y="243"/>
                    <a:pt x="972" y="240"/>
                  </a:cubicBezTo>
                  <a:cubicBezTo>
                    <a:pt x="972" y="240"/>
                    <a:pt x="972" y="240"/>
                    <a:pt x="972" y="239"/>
                  </a:cubicBezTo>
                  <a:cubicBezTo>
                    <a:pt x="670" y="187"/>
                    <a:pt x="407" y="87"/>
                    <a:pt x="246" y="17"/>
                  </a:cubicBezTo>
                  <a:cubicBezTo>
                    <a:pt x="237" y="0"/>
                    <a:pt x="237" y="0"/>
                    <a:pt x="237" y="0"/>
                  </a:cubicBezTo>
                  <a:cubicBezTo>
                    <a:pt x="237" y="12"/>
                    <a:pt x="237" y="12"/>
                    <a:pt x="237" y="12"/>
                  </a:cubicBezTo>
                  <a:cubicBezTo>
                    <a:pt x="254" y="73"/>
                    <a:pt x="275" y="134"/>
                    <a:pt x="348" y="121"/>
                  </a:cubicBezTo>
                  <a:cubicBezTo>
                    <a:pt x="348" y="121"/>
                    <a:pt x="378" y="210"/>
                    <a:pt x="391" y="242"/>
                  </a:cubicBezTo>
                  <a:cubicBezTo>
                    <a:pt x="404" y="273"/>
                    <a:pt x="424" y="336"/>
                    <a:pt x="424" y="336"/>
                  </a:cubicBezTo>
                  <a:cubicBezTo>
                    <a:pt x="424" y="336"/>
                    <a:pt x="409" y="341"/>
                    <a:pt x="400" y="399"/>
                  </a:cubicBezTo>
                  <a:cubicBezTo>
                    <a:pt x="391" y="458"/>
                    <a:pt x="378" y="468"/>
                    <a:pt x="378" y="468"/>
                  </a:cubicBezTo>
                  <a:cubicBezTo>
                    <a:pt x="378" y="468"/>
                    <a:pt x="169" y="560"/>
                    <a:pt x="25" y="629"/>
                  </a:cubicBezTo>
                  <a:cubicBezTo>
                    <a:pt x="0" y="629"/>
                    <a:pt x="0" y="629"/>
                    <a:pt x="0" y="629"/>
                  </a:cubicBezTo>
                  <a:cubicBezTo>
                    <a:pt x="0" y="641"/>
                    <a:pt x="0" y="641"/>
                    <a:pt x="0" y="641"/>
                  </a:cubicBezTo>
                  <a:cubicBezTo>
                    <a:pt x="438" y="739"/>
                    <a:pt x="760" y="648"/>
                    <a:pt x="961" y="546"/>
                  </a:cubicBezTo>
                  <a:cubicBezTo>
                    <a:pt x="1021" y="516"/>
                    <a:pt x="1074" y="483"/>
                    <a:pt x="1119" y="451"/>
                  </a:cubicBezTo>
                  <a:cubicBezTo>
                    <a:pt x="1119" y="451"/>
                    <a:pt x="1119" y="451"/>
                    <a:pt x="1119" y="451"/>
                  </a:cubicBezTo>
                  <a:cubicBezTo>
                    <a:pt x="1119" y="451"/>
                    <a:pt x="1119" y="451"/>
                    <a:pt x="1119" y="451"/>
                  </a:cubicBezTo>
                  <a:lnTo>
                    <a:pt x="1119" y="4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  <a:defRPr/>
              </a:pPr>
              <a:endParaRPr lang="en-GB" sz="85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0" name="Freeform 9"/>
            <p:cNvSpPr/>
            <p:nvPr/>
          </p:nvSpPr>
          <p:spPr bwMode="auto">
            <a:xfrm>
              <a:off x="4765917" y="5247238"/>
              <a:ext cx="2639429" cy="1609281"/>
            </a:xfrm>
            <a:custGeom>
              <a:avLst/>
              <a:gdLst>
                <a:gd name="T0" fmla="*/ 1467 w 1507"/>
                <a:gd name="T1" fmla="*/ 47 h 919"/>
                <a:gd name="T2" fmla="*/ 1467 w 1507"/>
                <a:gd name="T3" fmla="*/ 49 h 919"/>
                <a:gd name="T4" fmla="*/ 1326 w 1507"/>
                <a:gd name="T5" fmla="*/ 26 h 919"/>
                <a:gd name="T6" fmla="*/ 1202 w 1507"/>
                <a:gd name="T7" fmla="*/ 0 h 919"/>
                <a:gd name="T8" fmla="*/ 1027 w 1507"/>
                <a:gd name="T9" fmla="*/ 107 h 919"/>
                <a:gd name="T10" fmla="*/ 548 w 1507"/>
                <a:gd name="T11" fmla="*/ 241 h 919"/>
                <a:gd name="T12" fmla="*/ 21 w 1507"/>
                <a:gd name="T13" fmla="*/ 197 h 919"/>
                <a:gd name="T14" fmla="*/ 16 w 1507"/>
                <a:gd name="T15" fmla="*/ 199 h 919"/>
                <a:gd name="T16" fmla="*/ 16 w 1507"/>
                <a:gd name="T17" fmla="*/ 196 h 919"/>
                <a:gd name="T18" fmla="*/ 0 w 1507"/>
                <a:gd name="T19" fmla="*/ 196 h 919"/>
                <a:gd name="T20" fmla="*/ 0 w 1507"/>
                <a:gd name="T21" fmla="*/ 208 h 919"/>
                <a:gd name="T22" fmla="*/ 0 w 1507"/>
                <a:gd name="T23" fmla="*/ 208 h 919"/>
                <a:gd name="T24" fmla="*/ 0 w 1507"/>
                <a:gd name="T25" fmla="*/ 208 h 919"/>
                <a:gd name="T26" fmla="*/ 1110 w 1507"/>
                <a:gd name="T27" fmla="*/ 919 h 919"/>
                <a:gd name="T28" fmla="*/ 1293 w 1507"/>
                <a:gd name="T29" fmla="*/ 919 h 919"/>
                <a:gd name="T30" fmla="*/ 1507 w 1507"/>
                <a:gd name="T31" fmla="*/ 61 h 919"/>
                <a:gd name="T32" fmla="*/ 1507 w 1507"/>
                <a:gd name="T33" fmla="*/ 61 h 919"/>
                <a:gd name="T34" fmla="*/ 1507 w 1507"/>
                <a:gd name="T35" fmla="*/ 47 h 919"/>
                <a:gd name="T36" fmla="*/ 1467 w 1507"/>
                <a:gd name="T37" fmla="*/ 47 h 9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07" h="919" fill="norm" stroke="1" extrusionOk="0">
                  <a:moveTo>
                    <a:pt x="1467" y="47"/>
                  </a:moveTo>
                  <a:cubicBezTo>
                    <a:pt x="1467" y="49"/>
                    <a:pt x="1467" y="49"/>
                    <a:pt x="1467" y="49"/>
                  </a:cubicBezTo>
                  <a:cubicBezTo>
                    <a:pt x="1423" y="38"/>
                    <a:pt x="1373" y="32"/>
                    <a:pt x="1326" y="26"/>
                  </a:cubicBezTo>
                  <a:cubicBezTo>
                    <a:pt x="1282" y="21"/>
                    <a:pt x="1239" y="11"/>
                    <a:pt x="1202" y="0"/>
                  </a:cubicBezTo>
                  <a:cubicBezTo>
                    <a:pt x="1153" y="36"/>
                    <a:pt x="1095" y="73"/>
                    <a:pt x="1027" y="107"/>
                  </a:cubicBezTo>
                  <a:cubicBezTo>
                    <a:pt x="880" y="181"/>
                    <a:pt x="719" y="226"/>
                    <a:pt x="548" y="241"/>
                  </a:cubicBezTo>
                  <a:cubicBezTo>
                    <a:pt x="381" y="256"/>
                    <a:pt x="204" y="241"/>
                    <a:pt x="21" y="197"/>
                  </a:cubicBezTo>
                  <a:cubicBezTo>
                    <a:pt x="20" y="198"/>
                    <a:pt x="18" y="198"/>
                    <a:pt x="16" y="199"/>
                  </a:cubicBezTo>
                  <a:cubicBezTo>
                    <a:pt x="16" y="196"/>
                    <a:pt x="16" y="196"/>
                    <a:pt x="16" y="196"/>
                  </a:cubicBezTo>
                  <a:cubicBezTo>
                    <a:pt x="0" y="196"/>
                    <a:pt x="0" y="196"/>
                    <a:pt x="0" y="196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1110" y="919"/>
                    <a:pt x="1110" y="919"/>
                    <a:pt x="1110" y="919"/>
                  </a:cubicBezTo>
                  <a:cubicBezTo>
                    <a:pt x="1293" y="919"/>
                    <a:pt x="1293" y="919"/>
                    <a:pt x="1293" y="919"/>
                  </a:cubicBezTo>
                  <a:cubicBezTo>
                    <a:pt x="1507" y="61"/>
                    <a:pt x="1507" y="61"/>
                    <a:pt x="1507" y="61"/>
                  </a:cubicBezTo>
                  <a:cubicBezTo>
                    <a:pt x="1507" y="61"/>
                    <a:pt x="1507" y="61"/>
                    <a:pt x="1507" y="61"/>
                  </a:cubicBezTo>
                  <a:cubicBezTo>
                    <a:pt x="1507" y="47"/>
                    <a:pt x="1507" y="47"/>
                    <a:pt x="1507" y="47"/>
                  </a:cubicBezTo>
                  <a:lnTo>
                    <a:pt x="1467" y="4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  <a:defRPr/>
              </a:pPr>
              <a:endParaRPr lang="en-GB" sz="85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2" name="Freeform 11"/>
            <p:cNvSpPr/>
            <p:nvPr/>
          </p:nvSpPr>
          <p:spPr bwMode="auto">
            <a:xfrm>
              <a:off x="7074307" y="5365730"/>
              <a:ext cx="1033110" cy="1490788"/>
            </a:xfrm>
            <a:custGeom>
              <a:avLst/>
              <a:gdLst>
                <a:gd name="T0" fmla="*/ 589 w 590"/>
                <a:gd name="T1" fmla="*/ 839 h 851"/>
                <a:gd name="T2" fmla="*/ 551 w 590"/>
                <a:gd name="T3" fmla="*/ 335 h 851"/>
                <a:gd name="T4" fmla="*/ 509 w 590"/>
                <a:gd name="T5" fmla="*/ 245 h 851"/>
                <a:gd name="T6" fmla="*/ 333 w 590"/>
                <a:gd name="T7" fmla="*/ 103 h 851"/>
                <a:gd name="T8" fmla="*/ 300 w 590"/>
                <a:gd name="T9" fmla="*/ 79 h 851"/>
                <a:gd name="T10" fmla="*/ 249 w 590"/>
                <a:gd name="T11" fmla="*/ 20 h 851"/>
                <a:gd name="T12" fmla="*/ 212 w 590"/>
                <a:gd name="T13" fmla="*/ 0 h 851"/>
                <a:gd name="T14" fmla="*/ 3 w 590"/>
                <a:gd name="T15" fmla="*/ 839 h 851"/>
                <a:gd name="T16" fmla="*/ 0 w 590"/>
                <a:gd name="T17" fmla="*/ 839 h 851"/>
                <a:gd name="T18" fmla="*/ 0 w 590"/>
                <a:gd name="T19" fmla="*/ 851 h 851"/>
                <a:gd name="T20" fmla="*/ 590 w 590"/>
                <a:gd name="T21" fmla="*/ 851 h 851"/>
                <a:gd name="T22" fmla="*/ 590 w 590"/>
                <a:gd name="T23" fmla="*/ 839 h 851"/>
                <a:gd name="T24" fmla="*/ 589 w 590"/>
                <a:gd name="T25" fmla="*/ 839 h 8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0" h="851" fill="norm" stroke="1" extrusionOk="0">
                  <a:moveTo>
                    <a:pt x="589" y="839"/>
                  </a:moveTo>
                  <a:cubicBezTo>
                    <a:pt x="584" y="763"/>
                    <a:pt x="559" y="363"/>
                    <a:pt x="551" y="335"/>
                  </a:cubicBezTo>
                  <a:cubicBezTo>
                    <a:pt x="541" y="303"/>
                    <a:pt x="535" y="269"/>
                    <a:pt x="509" y="245"/>
                  </a:cubicBezTo>
                  <a:cubicBezTo>
                    <a:pt x="484" y="221"/>
                    <a:pt x="340" y="123"/>
                    <a:pt x="333" y="103"/>
                  </a:cubicBezTo>
                  <a:cubicBezTo>
                    <a:pt x="326" y="83"/>
                    <a:pt x="300" y="79"/>
                    <a:pt x="300" y="79"/>
                  </a:cubicBezTo>
                  <a:cubicBezTo>
                    <a:pt x="300" y="79"/>
                    <a:pt x="298" y="56"/>
                    <a:pt x="249" y="20"/>
                  </a:cubicBezTo>
                  <a:cubicBezTo>
                    <a:pt x="238" y="12"/>
                    <a:pt x="226" y="6"/>
                    <a:pt x="212" y="0"/>
                  </a:cubicBezTo>
                  <a:cubicBezTo>
                    <a:pt x="3" y="839"/>
                    <a:pt x="3" y="839"/>
                    <a:pt x="3" y="839"/>
                  </a:cubicBezTo>
                  <a:cubicBezTo>
                    <a:pt x="0" y="839"/>
                    <a:pt x="0" y="839"/>
                    <a:pt x="0" y="839"/>
                  </a:cubicBezTo>
                  <a:cubicBezTo>
                    <a:pt x="0" y="851"/>
                    <a:pt x="0" y="851"/>
                    <a:pt x="0" y="851"/>
                  </a:cubicBezTo>
                  <a:cubicBezTo>
                    <a:pt x="590" y="851"/>
                    <a:pt x="590" y="851"/>
                    <a:pt x="590" y="851"/>
                  </a:cubicBezTo>
                  <a:cubicBezTo>
                    <a:pt x="590" y="839"/>
                    <a:pt x="590" y="839"/>
                    <a:pt x="590" y="839"/>
                  </a:cubicBezTo>
                  <a:lnTo>
                    <a:pt x="589" y="83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  <a:defRPr/>
              </a:pPr>
              <a:endParaRPr lang="en-GB" sz="85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4" name="Freeform 13"/>
            <p:cNvSpPr/>
            <p:nvPr/>
          </p:nvSpPr>
          <p:spPr bwMode="auto">
            <a:xfrm>
              <a:off x="4159382" y="5633821"/>
              <a:ext cx="2472058" cy="1222698"/>
            </a:xfrm>
            <a:custGeom>
              <a:avLst/>
              <a:gdLst>
                <a:gd name="T0" fmla="*/ 1392 w 1411"/>
                <a:gd name="T1" fmla="*/ 686 h 698"/>
                <a:gd name="T2" fmla="*/ 321 w 1411"/>
                <a:gd name="T3" fmla="*/ 0 h 698"/>
                <a:gd name="T4" fmla="*/ 298 w 1411"/>
                <a:gd name="T5" fmla="*/ 16 h 698"/>
                <a:gd name="T6" fmla="*/ 115 w 1411"/>
                <a:gd name="T7" fmla="*/ 311 h 698"/>
                <a:gd name="T8" fmla="*/ 4 w 1411"/>
                <a:gd name="T9" fmla="*/ 686 h 698"/>
                <a:gd name="T10" fmla="*/ 0 w 1411"/>
                <a:gd name="T11" fmla="*/ 686 h 698"/>
                <a:gd name="T12" fmla="*/ 0 w 1411"/>
                <a:gd name="T13" fmla="*/ 698 h 698"/>
                <a:gd name="T14" fmla="*/ 1411 w 1411"/>
                <a:gd name="T15" fmla="*/ 698 h 698"/>
                <a:gd name="T16" fmla="*/ 1411 w 1411"/>
                <a:gd name="T17" fmla="*/ 686 h 698"/>
                <a:gd name="T18" fmla="*/ 1392 w 1411"/>
                <a:gd name="T19" fmla="*/ 686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11" h="698" fill="norm" stroke="1" extrusionOk="0">
                  <a:moveTo>
                    <a:pt x="1392" y="686"/>
                  </a:moveTo>
                  <a:cubicBezTo>
                    <a:pt x="321" y="0"/>
                    <a:pt x="321" y="0"/>
                    <a:pt x="321" y="0"/>
                  </a:cubicBezTo>
                  <a:cubicBezTo>
                    <a:pt x="310" y="7"/>
                    <a:pt x="302" y="12"/>
                    <a:pt x="298" y="16"/>
                  </a:cubicBezTo>
                  <a:cubicBezTo>
                    <a:pt x="252" y="55"/>
                    <a:pt x="140" y="169"/>
                    <a:pt x="115" y="311"/>
                  </a:cubicBezTo>
                  <a:cubicBezTo>
                    <a:pt x="103" y="380"/>
                    <a:pt x="53" y="531"/>
                    <a:pt x="4" y="686"/>
                  </a:cubicBezTo>
                  <a:cubicBezTo>
                    <a:pt x="0" y="686"/>
                    <a:pt x="0" y="686"/>
                    <a:pt x="0" y="686"/>
                  </a:cubicBezTo>
                  <a:cubicBezTo>
                    <a:pt x="0" y="698"/>
                    <a:pt x="0" y="698"/>
                    <a:pt x="0" y="698"/>
                  </a:cubicBezTo>
                  <a:cubicBezTo>
                    <a:pt x="1411" y="698"/>
                    <a:pt x="1411" y="698"/>
                    <a:pt x="1411" y="698"/>
                  </a:cubicBezTo>
                  <a:cubicBezTo>
                    <a:pt x="1411" y="686"/>
                    <a:pt x="1411" y="686"/>
                    <a:pt x="1411" y="686"/>
                  </a:cubicBezTo>
                  <a:lnTo>
                    <a:pt x="1392" y="68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  <a:defRPr/>
              </a:pPr>
              <a:endParaRPr lang="en-GB" sz="85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7" name="Freeform 16"/>
            <p:cNvSpPr/>
            <p:nvPr/>
          </p:nvSpPr>
          <p:spPr bwMode="auto">
            <a:xfrm>
              <a:off x="5182864" y="3593522"/>
              <a:ext cx="1604097" cy="1201962"/>
            </a:xfrm>
            <a:custGeom>
              <a:avLst/>
              <a:gdLst>
                <a:gd name="T0" fmla="*/ 42 w 916"/>
                <a:gd name="T1" fmla="*/ 442 h 686"/>
                <a:gd name="T2" fmla="*/ 45 w 916"/>
                <a:gd name="T3" fmla="*/ 453 h 686"/>
                <a:gd name="T4" fmla="*/ 788 w 916"/>
                <a:gd name="T5" fmla="*/ 686 h 686"/>
                <a:gd name="T6" fmla="*/ 788 w 916"/>
                <a:gd name="T7" fmla="*/ 685 h 686"/>
                <a:gd name="T8" fmla="*/ 788 w 916"/>
                <a:gd name="T9" fmla="*/ 680 h 686"/>
                <a:gd name="T10" fmla="*/ 790 w 916"/>
                <a:gd name="T11" fmla="*/ 669 h 686"/>
                <a:gd name="T12" fmla="*/ 811 w 916"/>
                <a:gd name="T13" fmla="*/ 546 h 686"/>
                <a:gd name="T14" fmla="*/ 853 w 916"/>
                <a:gd name="T15" fmla="*/ 545 h 686"/>
                <a:gd name="T16" fmla="*/ 915 w 916"/>
                <a:gd name="T17" fmla="*/ 340 h 686"/>
                <a:gd name="T18" fmla="*/ 891 w 916"/>
                <a:gd name="T19" fmla="*/ 280 h 686"/>
                <a:gd name="T20" fmla="*/ 890 w 916"/>
                <a:gd name="T21" fmla="*/ 279 h 686"/>
                <a:gd name="T22" fmla="*/ 889 w 916"/>
                <a:gd name="T23" fmla="*/ 277 h 686"/>
                <a:gd name="T24" fmla="*/ 889 w 916"/>
                <a:gd name="T25" fmla="*/ 274 h 686"/>
                <a:gd name="T26" fmla="*/ 889 w 916"/>
                <a:gd name="T27" fmla="*/ 271 h 686"/>
                <a:gd name="T28" fmla="*/ 889 w 916"/>
                <a:gd name="T29" fmla="*/ 266 h 686"/>
                <a:gd name="T30" fmla="*/ 890 w 916"/>
                <a:gd name="T31" fmla="*/ 261 h 686"/>
                <a:gd name="T32" fmla="*/ 891 w 916"/>
                <a:gd name="T33" fmla="*/ 253 h 686"/>
                <a:gd name="T34" fmla="*/ 891 w 916"/>
                <a:gd name="T35" fmla="*/ 248 h 686"/>
                <a:gd name="T36" fmla="*/ 893 w 916"/>
                <a:gd name="T37" fmla="*/ 234 h 686"/>
                <a:gd name="T38" fmla="*/ 894 w 916"/>
                <a:gd name="T39" fmla="*/ 226 h 686"/>
                <a:gd name="T40" fmla="*/ 896 w 916"/>
                <a:gd name="T41" fmla="*/ 215 h 686"/>
                <a:gd name="T42" fmla="*/ 897 w 916"/>
                <a:gd name="T43" fmla="*/ 206 h 686"/>
                <a:gd name="T44" fmla="*/ 898 w 916"/>
                <a:gd name="T45" fmla="*/ 195 h 686"/>
                <a:gd name="T46" fmla="*/ 899 w 916"/>
                <a:gd name="T47" fmla="*/ 184 h 686"/>
                <a:gd name="T48" fmla="*/ 900 w 916"/>
                <a:gd name="T49" fmla="*/ 173 h 686"/>
                <a:gd name="T50" fmla="*/ 900 w 916"/>
                <a:gd name="T51" fmla="*/ 161 h 686"/>
                <a:gd name="T52" fmla="*/ 901 w 916"/>
                <a:gd name="T53" fmla="*/ 149 h 686"/>
                <a:gd name="T54" fmla="*/ 901 w 916"/>
                <a:gd name="T55" fmla="*/ 137 h 686"/>
                <a:gd name="T56" fmla="*/ 901 w 916"/>
                <a:gd name="T57" fmla="*/ 125 h 686"/>
                <a:gd name="T58" fmla="*/ 901 w 916"/>
                <a:gd name="T59" fmla="*/ 112 h 686"/>
                <a:gd name="T60" fmla="*/ 901 w 916"/>
                <a:gd name="T61" fmla="*/ 100 h 686"/>
                <a:gd name="T62" fmla="*/ 900 w 916"/>
                <a:gd name="T63" fmla="*/ 86 h 686"/>
                <a:gd name="T64" fmla="*/ 898 w 916"/>
                <a:gd name="T65" fmla="*/ 74 h 686"/>
                <a:gd name="T66" fmla="*/ 896 w 916"/>
                <a:gd name="T67" fmla="*/ 61 h 686"/>
                <a:gd name="T68" fmla="*/ 895 w 916"/>
                <a:gd name="T69" fmla="*/ 49 h 686"/>
                <a:gd name="T70" fmla="*/ 891 w 916"/>
                <a:gd name="T71" fmla="*/ 35 h 686"/>
                <a:gd name="T72" fmla="*/ 889 w 916"/>
                <a:gd name="T73" fmla="*/ 24 h 686"/>
                <a:gd name="T74" fmla="*/ 884 w 916"/>
                <a:gd name="T75" fmla="*/ 9 h 686"/>
                <a:gd name="T76" fmla="*/ 881 w 916"/>
                <a:gd name="T77" fmla="*/ 0 h 686"/>
                <a:gd name="T78" fmla="*/ 51 w 916"/>
                <a:gd name="T79" fmla="*/ 43 h 686"/>
                <a:gd name="T80" fmla="*/ 60 w 916"/>
                <a:gd name="T81" fmla="*/ 312 h 686"/>
                <a:gd name="T82" fmla="*/ 42 w 916"/>
                <a:gd name="T83" fmla="*/ 442 h 6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16" h="686" fill="norm" stroke="1" extrusionOk="0">
                  <a:moveTo>
                    <a:pt x="42" y="442"/>
                  </a:moveTo>
                  <a:cubicBezTo>
                    <a:pt x="43" y="446"/>
                    <a:pt x="44" y="449"/>
                    <a:pt x="45" y="453"/>
                  </a:cubicBezTo>
                  <a:cubicBezTo>
                    <a:pt x="200" y="523"/>
                    <a:pt x="473" y="631"/>
                    <a:pt x="788" y="686"/>
                  </a:cubicBezTo>
                  <a:cubicBezTo>
                    <a:pt x="788" y="685"/>
                    <a:pt x="788" y="685"/>
                    <a:pt x="788" y="685"/>
                  </a:cubicBezTo>
                  <a:cubicBezTo>
                    <a:pt x="788" y="684"/>
                    <a:pt x="788" y="682"/>
                    <a:pt x="788" y="680"/>
                  </a:cubicBezTo>
                  <a:cubicBezTo>
                    <a:pt x="789" y="676"/>
                    <a:pt x="789" y="672"/>
                    <a:pt x="790" y="669"/>
                  </a:cubicBezTo>
                  <a:cubicBezTo>
                    <a:pt x="797" y="641"/>
                    <a:pt x="813" y="559"/>
                    <a:pt x="811" y="546"/>
                  </a:cubicBezTo>
                  <a:cubicBezTo>
                    <a:pt x="809" y="534"/>
                    <a:pt x="826" y="554"/>
                    <a:pt x="853" y="545"/>
                  </a:cubicBezTo>
                  <a:cubicBezTo>
                    <a:pt x="879" y="535"/>
                    <a:pt x="916" y="374"/>
                    <a:pt x="915" y="340"/>
                  </a:cubicBezTo>
                  <a:cubicBezTo>
                    <a:pt x="914" y="307"/>
                    <a:pt x="905" y="277"/>
                    <a:pt x="891" y="280"/>
                  </a:cubicBezTo>
                  <a:cubicBezTo>
                    <a:pt x="890" y="280"/>
                    <a:pt x="890" y="280"/>
                    <a:pt x="890" y="279"/>
                  </a:cubicBezTo>
                  <a:cubicBezTo>
                    <a:pt x="890" y="279"/>
                    <a:pt x="889" y="278"/>
                    <a:pt x="889" y="277"/>
                  </a:cubicBezTo>
                  <a:cubicBezTo>
                    <a:pt x="889" y="277"/>
                    <a:pt x="889" y="276"/>
                    <a:pt x="889" y="274"/>
                  </a:cubicBezTo>
                  <a:cubicBezTo>
                    <a:pt x="889" y="273"/>
                    <a:pt x="889" y="272"/>
                    <a:pt x="889" y="271"/>
                  </a:cubicBezTo>
                  <a:cubicBezTo>
                    <a:pt x="889" y="270"/>
                    <a:pt x="889" y="268"/>
                    <a:pt x="889" y="266"/>
                  </a:cubicBezTo>
                  <a:cubicBezTo>
                    <a:pt x="890" y="265"/>
                    <a:pt x="890" y="263"/>
                    <a:pt x="890" y="261"/>
                  </a:cubicBezTo>
                  <a:cubicBezTo>
                    <a:pt x="890" y="259"/>
                    <a:pt x="890" y="256"/>
                    <a:pt x="891" y="253"/>
                  </a:cubicBezTo>
                  <a:cubicBezTo>
                    <a:pt x="891" y="252"/>
                    <a:pt x="891" y="250"/>
                    <a:pt x="891" y="248"/>
                  </a:cubicBezTo>
                  <a:cubicBezTo>
                    <a:pt x="892" y="244"/>
                    <a:pt x="893" y="239"/>
                    <a:pt x="893" y="234"/>
                  </a:cubicBezTo>
                  <a:cubicBezTo>
                    <a:pt x="894" y="231"/>
                    <a:pt x="894" y="229"/>
                    <a:pt x="894" y="226"/>
                  </a:cubicBezTo>
                  <a:cubicBezTo>
                    <a:pt x="895" y="222"/>
                    <a:pt x="895" y="219"/>
                    <a:pt x="896" y="215"/>
                  </a:cubicBezTo>
                  <a:cubicBezTo>
                    <a:pt x="896" y="212"/>
                    <a:pt x="896" y="209"/>
                    <a:pt x="897" y="206"/>
                  </a:cubicBezTo>
                  <a:cubicBezTo>
                    <a:pt x="897" y="202"/>
                    <a:pt x="897" y="199"/>
                    <a:pt x="898" y="195"/>
                  </a:cubicBezTo>
                  <a:cubicBezTo>
                    <a:pt x="898" y="191"/>
                    <a:pt x="898" y="188"/>
                    <a:pt x="899" y="184"/>
                  </a:cubicBezTo>
                  <a:cubicBezTo>
                    <a:pt x="899" y="180"/>
                    <a:pt x="899" y="177"/>
                    <a:pt x="900" y="173"/>
                  </a:cubicBezTo>
                  <a:cubicBezTo>
                    <a:pt x="900" y="169"/>
                    <a:pt x="900" y="165"/>
                    <a:pt x="900" y="161"/>
                  </a:cubicBezTo>
                  <a:cubicBezTo>
                    <a:pt x="901" y="157"/>
                    <a:pt x="901" y="153"/>
                    <a:pt x="901" y="149"/>
                  </a:cubicBezTo>
                  <a:cubicBezTo>
                    <a:pt x="901" y="145"/>
                    <a:pt x="901" y="141"/>
                    <a:pt x="901" y="137"/>
                  </a:cubicBezTo>
                  <a:cubicBezTo>
                    <a:pt x="901" y="133"/>
                    <a:pt x="901" y="129"/>
                    <a:pt x="901" y="125"/>
                  </a:cubicBezTo>
                  <a:cubicBezTo>
                    <a:pt x="901" y="121"/>
                    <a:pt x="901" y="116"/>
                    <a:pt x="901" y="112"/>
                  </a:cubicBezTo>
                  <a:cubicBezTo>
                    <a:pt x="901" y="108"/>
                    <a:pt x="901" y="104"/>
                    <a:pt x="901" y="100"/>
                  </a:cubicBezTo>
                  <a:cubicBezTo>
                    <a:pt x="900" y="95"/>
                    <a:pt x="900" y="91"/>
                    <a:pt x="900" y="86"/>
                  </a:cubicBezTo>
                  <a:cubicBezTo>
                    <a:pt x="899" y="82"/>
                    <a:pt x="899" y="78"/>
                    <a:pt x="898" y="74"/>
                  </a:cubicBezTo>
                  <a:cubicBezTo>
                    <a:pt x="898" y="70"/>
                    <a:pt x="897" y="65"/>
                    <a:pt x="896" y="61"/>
                  </a:cubicBezTo>
                  <a:cubicBezTo>
                    <a:pt x="896" y="57"/>
                    <a:pt x="895" y="53"/>
                    <a:pt x="895" y="49"/>
                  </a:cubicBezTo>
                  <a:cubicBezTo>
                    <a:pt x="894" y="44"/>
                    <a:pt x="893" y="40"/>
                    <a:pt x="891" y="35"/>
                  </a:cubicBezTo>
                  <a:cubicBezTo>
                    <a:pt x="891" y="31"/>
                    <a:pt x="890" y="28"/>
                    <a:pt x="889" y="24"/>
                  </a:cubicBezTo>
                  <a:cubicBezTo>
                    <a:pt x="887" y="19"/>
                    <a:pt x="886" y="14"/>
                    <a:pt x="884" y="9"/>
                  </a:cubicBezTo>
                  <a:cubicBezTo>
                    <a:pt x="883" y="6"/>
                    <a:pt x="882" y="3"/>
                    <a:pt x="881" y="0"/>
                  </a:cubicBezTo>
                  <a:cubicBezTo>
                    <a:pt x="489" y="242"/>
                    <a:pt x="78" y="56"/>
                    <a:pt x="51" y="43"/>
                  </a:cubicBezTo>
                  <a:cubicBezTo>
                    <a:pt x="21" y="181"/>
                    <a:pt x="60" y="312"/>
                    <a:pt x="60" y="312"/>
                  </a:cubicBezTo>
                  <a:cubicBezTo>
                    <a:pt x="60" y="312"/>
                    <a:pt x="0" y="315"/>
                    <a:pt x="42" y="4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  <a:defRPr/>
              </a:pPr>
              <a:endParaRPr lang="en-GB" sz="85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8" name="Freeform 17"/>
            <p:cNvSpPr>
              <a:spLocks noEditPoints="1"/>
            </p:cNvSpPr>
            <p:nvPr/>
          </p:nvSpPr>
          <p:spPr bwMode="auto">
            <a:xfrm>
              <a:off x="7913384" y="2198268"/>
              <a:ext cx="509519" cy="379918"/>
            </a:xfrm>
            <a:custGeom>
              <a:avLst/>
              <a:gdLst>
                <a:gd name="T0" fmla="*/ 67 w 291"/>
                <a:gd name="T1" fmla="*/ 2 h 217"/>
                <a:gd name="T2" fmla="*/ 17 w 291"/>
                <a:gd name="T3" fmla="*/ 11 h 217"/>
                <a:gd name="T4" fmla="*/ 14 w 291"/>
                <a:gd name="T5" fmla="*/ 12 h 217"/>
                <a:gd name="T6" fmla="*/ 15 w 291"/>
                <a:gd name="T7" fmla="*/ 29 h 217"/>
                <a:gd name="T8" fmla="*/ 1 w 291"/>
                <a:gd name="T9" fmla="*/ 38 h 217"/>
                <a:gd name="T10" fmla="*/ 2 w 291"/>
                <a:gd name="T11" fmla="*/ 212 h 217"/>
                <a:gd name="T12" fmla="*/ 130 w 291"/>
                <a:gd name="T13" fmla="*/ 211 h 217"/>
                <a:gd name="T14" fmla="*/ 148 w 291"/>
                <a:gd name="T15" fmla="*/ 217 h 217"/>
                <a:gd name="T16" fmla="*/ 166 w 291"/>
                <a:gd name="T17" fmla="*/ 211 h 217"/>
                <a:gd name="T18" fmla="*/ 291 w 291"/>
                <a:gd name="T19" fmla="*/ 209 h 217"/>
                <a:gd name="T20" fmla="*/ 289 w 291"/>
                <a:gd name="T21" fmla="*/ 36 h 217"/>
                <a:gd name="T22" fmla="*/ 278 w 291"/>
                <a:gd name="T23" fmla="*/ 28 h 217"/>
                <a:gd name="T24" fmla="*/ 278 w 291"/>
                <a:gd name="T25" fmla="*/ 10 h 217"/>
                <a:gd name="T26" fmla="*/ 275 w 291"/>
                <a:gd name="T27" fmla="*/ 9 h 217"/>
                <a:gd name="T28" fmla="*/ 224 w 291"/>
                <a:gd name="T29" fmla="*/ 0 h 217"/>
                <a:gd name="T30" fmla="*/ 146 w 291"/>
                <a:gd name="T31" fmla="*/ 29 h 217"/>
                <a:gd name="T32" fmla="*/ 67 w 291"/>
                <a:gd name="T33" fmla="*/ 2 h 217"/>
                <a:gd name="T34" fmla="*/ 62 w 291"/>
                <a:gd name="T35" fmla="*/ 180 h 217"/>
                <a:gd name="T36" fmla="*/ 24 w 291"/>
                <a:gd name="T37" fmla="*/ 186 h 217"/>
                <a:gd name="T38" fmla="*/ 23 w 291"/>
                <a:gd name="T39" fmla="*/ 18 h 217"/>
                <a:gd name="T40" fmla="*/ 68 w 291"/>
                <a:gd name="T41" fmla="*/ 10 h 217"/>
                <a:gd name="T42" fmla="*/ 140 w 291"/>
                <a:gd name="T43" fmla="*/ 35 h 217"/>
                <a:gd name="T44" fmla="*/ 141 w 291"/>
                <a:gd name="T45" fmla="*/ 136 h 217"/>
                <a:gd name="T46" fmla="*/ 145 w 291"/>
                <a:gd name="T47" fmla="*/ 130 h 217"/>
                <a:gd name="T48" fmla="*/ 146 w 291"/>
                <a:gd name="T49" fmla="*/ 197 h 217"/>
                <a:gd name="T50" fmla="*/ 62 w 291"/>
                <a:gd name="T51" fmla="*/ 180 h 217"/>
                <a:gd name="T52" fmla="*/ 152 w 291"/>
                <a:gd name="T53" fmla="*/ 35 h 217"/>
                <a:gd name="T54" fmla="*/ 224 w 291"/>
                <a:gd name="T55" fmla="*/ 9 h 217"/>
                <a:gd name="T56" fmla="*/ 270 w 291"/>
                <a:gd name="T57" fmla="*/ 15 h 217"/>
                <a:gd name="T58" fmla="*/ 271 w 291"/>
                <a:gd name="T59" fmla="*/ 184 h 217"/>
                <a:gd name="T60" fmla="*/ 231 w 291"/>
                <a:gd name="T61" fmla="*/ 177 h 217"/>
                <a:gd name="T62" fmla="*/ 149 w 291"/>
                <a:gd name="T63" fmla="*/ 197 h 217"/>
                <a:gd name="T64" fmla="*/ 148 w 291"/>
                <a:gd name="T65" fmla="*/ 130 h 217"/>
                <a:gd name="T66" fmla="*/ 153 w 291"/>
                <a:gd name="T67" fmla="*/ 135 h 217"/>
                <a:gd name="T68" fmla="*/ 152 w 291"/>
                <a:gd name="T69" fmla="*/ 35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91" h="217" fill="norm" stroke="1" extrusionOk="0">
                  <a:moveTo>
                    <a:pt x="67" y="2"/>
                  </a:moveTo>
                  <a:cubicBezTo>
                    <a:pt x="39" y="2"/>
                    <a:pt x="18" y="11"/>
                    <a:pt x="17" y="11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6" y="31"/>
                    <a:pt x="0" y="34"/>
                    <a:pt x="1" y="38"/>
                  </a:cubicBezTo>
                  <a:cubicBezTo>
                    <a:pt x="1" y="63"/>
                    <a:pt x="2" y="212"/>
                    <a:pt x="2" y="212"/>
                  </a:cubicBezTo>
                  <a:cubicBezTo>
                    <a:pt x="130" y="211"/>
                    <a:pt x="130" y="211"/>
                    <a:pt x="130" y="211"/>
                  </a:cubicBezTo>
                  <a:cubicBezTo>
                    <a:pt x="134" y="215"/>
                    <a:pt x="141" y="217"/>
                    <a:pt x="148" y="217"/>
                  </a:cubicBezTo>
                  <a:cubicBezTo>
                    <a:pt x="155" y="217"/>
                    <a:pt x="162" y="214"/>
                    <a:pt x="166" y="211"/>
                  </a:cubicBezTo>
                  <a:cubicBezTo>
                    <a:pt x="291" y="209"/>
                    <a:pt x="291" y="209"/>
                    <a:pt x="291" y="209"/>
                  </a:cubicBezTo>
                  <a:cubicBezTo>
                    <a:pt x="291" y="209"/>
                    <a:pt x="290" y="44"/>
                    <a:pt x="289" y="36"/>
                  </a:cubicBezTo>
                  <a:cubicBezTo>
                    <a:pt x="289" y="32"/>
                    <a:pt x="285" y="29"/>
                    <a:pt x="278" y="28"/>
                  </a:cubicBezTo>
                  <a:cubicBezTo>
                    <a:pt x="278" y="10"/>
                    <a:pt x="278" y="10"/>
                    <a:pt x="278" y="10"/>
                  </a:cubicBezTo>
                  <a:cubicBezTo>
                    <a:pt x="275" y="9"/>
                    <a:pt x="275" y="9"/>
                    <a:pt x="275" y="9"/>
                  </a:cubicBezTo>
                  <a:cubicBezTo>
                    <a:pt x="275" y="9"/>
                    <a:pt x="253" y="0"/>
                    <a:pt x="224" y="0"/>
                  </a:cubicBezTo>
                  <a:cubicBezTo>
                    <a:pt x="194" y="1"/>
                    <a:pt x="168" y="10"/>
                    <a:pt x="146" y="29"/>
                  </a:cubicBezTo>
                  <a:cubicBezTo>
                    <a:pt x="125" y="11"/>
                    <a:pt x="98" y="2"/>
                    <a:pt x="67" y="2"/>
                  </a:cubicBezTo>
                  <a:close/>
                  <a:moveTo>
                    <a:pt x="62" y="180"/>
                  </a:moveTo>
                  <a:cubicBezTo>
                    <a:pt x="48" y="180"/>
                    <a:pt x="35" y="182"/>
                    <a:pt x="24" y="186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9" y="15"/>
                    <a:pt x="46" y="11"/>
                    <a:pt x="68" y="10"/>
                  </a:cubicBezTo>
                  <a:cubicBezTo>
                    <a:pt x="96" y="10"/>
                    <a:pt x="120" y="18"/>
                    <a:pt x="140" y="35"/>
                  </a:cubicBezTo>
                  <a:cubicBezTo>
                    <a:pt x="141" y="136"/>
                    <a:pt x="141" y="136"/>
                    <a:pt x="141" y="136"/>
                  </a:cubicBezTo>
                  <a:cubicBezTo>
                    <a:pt x="145" y="130"/>
                    <a:pt x="145" y="130"/>
                    <a:pt x="145" y="130"/>
                  </a:cubicBezTo>
                  <a:cubicBezTo>
                    <a:pt x="146" y="197"/>
                    <a:pt x="146" y="197"/>
                    <a:pt x="146" y="197"/>
                  </a:cubicBezTo>
                  <a:cubicBezTo>
                    <a:pt x="136" y="193"/>
                    <a:pt x="99" y="179"/>
                    <a:pt x="62" y="180"/>
                  </a:cubicBezTo>
                  <a:close/>
                  <a:moveTo>
                    <a:pt x="152" y="35"/>
                  </a:moveTo>
                  <a:cubicBezTo>
                    <a:pt x="172" y="18"/>
                    <a:pt x="196" y="9"/>
                    <a:pt x="224" y="9"/>
                  </a:cubicBezTo>
                  <a:cubicBezTo>
                    <a:pt x="246" y="9"/>
                    <a:pt x="263" y="14"/>
                    <a:pt x="270" y="15"/>
                  </a:cubicBezTo>
                  <a:cubicBezTo>
                    <a:pt x="271" y="184"/>
                    <a:pt x="271" y="184"/>
                    <a:pt x="271" y="184"/>
                  </a:cubicBezTo>
                  <a:cubicBezTo>
                    <a:pt x="259" y="180"/>
                    <a:pt x="246" y="177"/>
                    <a:pt x="231" y="177"/>
                  </a:cubicBezTo>
                  <a:cubicBezTo>
                    <a:pt x="194" y="178"/>
                    <a:pt x="159" y="193"/>
                    <a:pt x="149" y="197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3" y="135"/>
                    <a:pt x="153" y="135"/>
                    <a:pt x="153" y="135"/>
                  </a:cubicBezTo>
                  <a:lnTo>
                    <a:pt x="152" y="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  <a:defRPr/>
              </a:pPr>
              <a:endParaRPr lang="en-GB" sz="85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9" name="Freeform 18"/>
            <p:cNvSpPr>
              <a:spLocks noEditPoints="1"/>
            </p:cNvSpPr>
            <p:nvPr/>
          </p:nvSpPr>
          <p:spPr bwMode="auto">
            <a:xfrm>
              <a:off x="7890426" y="3331356"/>
              <a:ext cx="556917" cy="502114"/>
            </a:xfrm>
            <a:custGeom>
              <a:avLst/>
              <a:gdLst>
                <a:gd name="T0" fmla="*/ 672 w 752"/>
                <a:gd name="T1" fmla="*/ 71 h 678"/>
                <a:gd name="T2" fmla="*/ 669 w 752"/>
                <a:gd name="T3" fmla="*/ 662 h 678"/>
                <a:gd name="T4" fmla="*/ 691 w 752"/>
                <a:gd name="T5" fmla="*/ 54 h 678"/>
                <a:gd name="T6" fmla="*/ 80 w 752"/>
                <a:gd name="T7" fmla="*/ 648 h 678"/>
                <a:gd name="T8" fmla="*/ 135 w 752"/>
                <a:gd name="T9" fmla="*/ 634 h 678"/>
                <a:gd name="T10" fmla="*/ 128 w 752"/>
                <a:gd name="T11" fmla="*/ 603 h 678"/>
                <a:gd name="T12" fmla="*/ 175 w 752"/>
                <a:gd name="T13" fmla="*/ 619 h 678"/>
                <a:gd name="T14" fmla="*/ 158 w 752"/>
                <a:gd name="T15" fmla="*/ 577 h 678"/>
                <a:gd name="T16" fmla="*/ 192 w 752"/>
                <a:gd name="T17" fmla="*/ 589 h 678"/>
                <a:gd name="T18" fmla="*/ 182 w 752"/>
                <a:gd name="T19" fmla="*/ 555 h 678"/>
                <a:gd name="T20" fmla="*/ 229 w 752"/>
                <a:gd name="T21" fmla="*/ 570 h 678"/>
                <a:gd name="T22" fmla="*/ 213 w 752"/>
                <a:gd name="T23" fmla="*/ 527 h 678"/>
                <a:gd name="T24" fmla="*/ 246 w 752"/>
                <a:gd name="T25" fmla="*/ 537 h 678"/>
                <a:gd name="T26" fmla="*/ 236 w 752"/>
                <a:gd name="T27" fmla="*/ 506 h 678"/>
                <a:gd name="T28" fmla="*/ 284 w 752"/>
                <a:gd name="T29" fmla="*/ 522 h 678"/>
                <a:gd name="T30" fmla="*/ 265 w 752"/>
                <a:gd name="T31" fmla="*/ 480 h 678"/>
                <a:gd name="T32" fmla="*/ 298 w 752"/>
                <a:gd name="T33" fmla="*/ 489 h 678"/>
                <a:gd name="T34" fmla="*/ 291 w 752"/>
                <a:gd name="T35" fmla="*/ 456 h 678"/>
                <a:gd name="T36" fmla="*/ 338 w 752"/>
                <a:gd name="T37" fmla="*/ 473 h 678"/>
                <a:gd name="T38" fmla="*/ 319 w 752"/>
                <a:gd name="T39" fmla="*/ 430 h 678"/>
                <a:gd name="T40" fmla="*/ 352 w 752"/>
                <a:gd name="T41" fmla="*/ 440 h 678"/>
                <a:gd name="T42" fmla="*/ 343 w 752"/>
                <a:gd name="T43" fmla="*/ 407 h 678"/>
                <a:gd name="T44" fmla="*/ 362 w 752"/>
                <a:gd name="T45" fmla="*/ 392 h 678"/>
                <a:gd name="T46" fmla="*/ 393 w 752"/>
                <a:gd name="T47" fmla="*/ 409 h 678"/>
                <a:gd name="T48" fmla="*/ 381 w 752"/>
                <a:gd name="T49" fmla="*/ 373 h 678"/>
                <a:gd name="T50" fmla="*/ 407 w 752"/>
                <a:gd name="T51" fmla="*/ 376 h 678"/>
                <a:gd name="T52" fmla="*/ 404 w 752"/>
                <a:gd name="T53" fmla="*/ 350 h 678"/>
                <a:gd name="T54" fmla="*/ 445 w 752"/>
                <a:gd name="T55" fmla="*/ 359 h 678"/>
                <a:gd name="T56" fmla="*/ 435 w 752"/>
                <a:gd name="T57" fmla="*/ 324 h 678"/>
                <a:gd name="T58" fmla="*/ 461 w 752"/>
                <a:gd name="T59" fmla="*/ 326 h 678"/>
                <a:gd name="T60" fmla="*/ 459 w 752"/>
                <a:gd name="T61" fmla="*/ 300 h 678"/>
                <a:gd name="T62" fmla="*/ 501 w 752"/>
                <a:gd name="T63" fmla="*/ 314 h 678"/>
                <a:gd name="T64" fmla="*/ 490 w 752"/>
                <a:gd name="T65" fmla="*/ 274 h 678"/>
                <a:gd name="T66" fmla="*/ 518 w 752"/>
                <a:gd name="T67" fmla="*/ 281 h 678"/>
                <a:gd name="T68" fmla="*/ 513 w 752"/>
                <a:gd name="T69" fmla="*/ 253 h 678"/>
                <a:gd name="T70" fmla="*/ 556 w 752"/>
                <a:gd name="T71" fmla="*/ 265 h 678"/>
                <a:gd name="T72" fmla="*/ 542 w 752"/>
                <a:gd name="T73" fmla="*/ 224 h 678"/>
                <a:gd name="T74" fmla="*/ 570 w 752"/>
                <a:gd name="T75" fmla="*/ 232 h 678"/>
                <a:gd name="T76" fmla="*/ 568 w 752"/>
                <a:gd name="T77" fmla="*/ 203 h 678"/>
                <a:gd name="T78" fmla="*/ 610 w 752"/>
                <a:gd name="T79" fmla="*/ 217 h 678"/>
                <a:gd name="T80" fmla="*/ 596 w 752"/>
                <a:gd name="T81" fmla="*/ 177 h 678"/>
                <a:gd name="T82" fmla="*/ 624 w 752"/>
                <a:gd name="T83" fmla="*/ 184 h 678"/>
                <a:gd name="T84" fmla="*/ 620 w 752"/>
                <a:gd name="T85" fmla="*/ 153 h 678"/>
                <a:gd name="T86" fmla="*/ 662 w 752"/>
                <a:gd name="T87" fmla="*/ 168 h 678"/>
                <a:gd name="T88" fmla="*/ 648 w 752"/>
                <a:gd name="T89" fmla="*/ 127 h 678"/>
                <a:gd name="T90" fmla="*/ 679 w 752"/>
                <a:gd name="T91" fmla="*/ 135 h 678"/>
                <a:gd name="T92" fmla="*/ 674 w 752"/>
                <a:gd name="T93" fmla="*/ 106 h 678"/>
                <a:gd name="T94" fmla="*/ 643 w 752"/>
                <a:gd name="T95" fmla="*/ 636 h 678"/>
                <a:gd name="T96" fmla="*/ 601 w 752"/>
                <a:gd name="T97" fmla="*/ 276 h 678"/>
                <a:gd name="T98" fmla="*/ 565 w 752"/>
                <a:gd name="T99" fmla="*/ 558 h 678"/>
                <a:gd name="T100" fmla="*/ 359 w 752"/>
                <a:gd name="T101" fmla="*/ 532 h 678"/>
                <a:gd name="T102" fmla="*/ 542 w 752"/>
                <a:gd name="T103" fmla="*/ 529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52" h="678" fill="norm" stroke="1" extrusionOk="0">
                  <a:moveTo>
                    <a:pt x="691" y="54"/>
                  </a:moveTo>
                  <a:lnTo>
                    <a:pt x="672" y="71"/>
                  </a:lnTo>
                  <a:lnTo>
                    <a:pt x="0" y="678"/>
                  </a:lnTo>
                  <a:lnTo>
                    <a:pt x="669" y="662"/>
                  </a:lnTo>
                  <a:lnTo>
                    <a:pt x="752" y="0"/>
                  </a:lnTo>
                  <a:lnTo>
                    <a:pt x="691" y="54"/>
                  </a:lnTo>
                  <a:close/>
                  <a:moveTo>
                    <a:pt x="643" y="636"/>
                  </a:moveTo>
                  <a:lnTo>
                    <a:pt x="80" y="648"/>
                  </a:lnTo>
                  <a:lnTo>
                    <a:pt x="116" y="615"/>
                  </a:lnTo>
                  <a:lnTo>
                    <a:pt x="135" y="634"/>
                  </a:lnTo>
                  <a:lnTo>
                    <a:pt x="147" y="622"/>
                  </a:lnTo>
                  <a:lnTo>
                    <a:pt x="128" y="603"/>
                  </a:lnTo>
                  <a:lnTo>
                    <a:pt x="147" y="586"/>
                  </a:lnTo>
                  <a:lnTo>
                    <a:pt x="175" y="619"/>
                  </a:lnTo>
                  <a:lnTo>
                    <a:pt x="187" y="610"/>
                  </a:lnTo>
                  <a:lnTo>
                    <a:pt x="158" y="577"/>
                  </a:lnTo>
                  <a:lnTo>
                    <a:pt x="170" y="565"/>
                  </a:lnTo>
                  <a:lnTo>
                    <a:pt x="192" y="589"/>
                  </a:lnTo>
                  <a:lnTo>
                    <a:pt x="203" y="577"/>
                  </a:lnTo>
                  <a:lnTo>
                    <a:pt x="182" y="555"/>
                  </a:lnTo>
                  <a:lnTo>
                    <a:pt x="201" y="539"/>
                  </a:lnTo>
                  <a:lnTo>
                    <a:pt x="229" y="570"/>
                  </a:lnTo>
                  <a:lnTo>
                    <a:pt x="241" y="560"/>
                  </a:lnTo>
                  <a:lnTo>
                    <a:pt x="213" y="527"/>
                  </a:lnTo>
                  <a:lnTo>
                    <a:pt x="225" y="515"/>
                  </a:lnTo>
                  <a:lnTo>
                    <a:pt x="246" y="537"/>
                  </a:lnTo>
                  <a:lnTo>
                    <a:pt x="258" y="527"/>
                  </a:lnTo>
                  <a:lnTo>
                    <a:pt x="236" y="506"/>
                  </a:lnTo>
                  <a:lnTo>
                    <a:pt x="253" y="489"/>
                  </a:lnTo>
                  <a:lnTo>
                    <a:pt x="284" y="522"/>
                  </a:lnTo>
                  <a:lnTo>
                    <a:pt x="296" y="511"/>
                  </a:lnTo>
                  <a:lnTo>
                    <a:pt x="265" y="480"/>
                  </a:lnTo>
                  <a:lnTo>
                    <a:pt x="279" y="468"/>
                  </a:lnTo>
                  <a:lnTo>
                    <a:pt x="298" y="489"/>
                  </a:lnTo>
                  <a:lnTo>
                    <a:pt x="310" y="477"/>
                  </a:lnTo>
                  <a:lnTo>
                    <a:pt x="291" y="456"/>
                  </a:lnTo>
                  <a:lnTo>
                    <a:pt x="307" y="442"/>
                  </a:lnTo>
                  <a:lnTo>
                    <a:pt x="338" y="473"/>
                  </a:lnTo>
                  <a:lnTo>
                    <a:pt x="350" y="461"/>
                  </a:lnTo>
                  <a:lnTo>
                    <a:pt x="319" y="430"/>
                  </a:lnTo>
                  <a:lnTo>
                    <a:pt x="333" y="418"/>
                  </a:lnTo>
                  <a:lnTo>
                    <a:pt x="352" y="440"/>
                  </a:lnTo>
                  <a:lnTo>
                    <a:pt x="364" y="430"/>
                  </a:lnTo>
                  <a:lnTo>
                    <a:pt x="343" y="407"/>
                  </a:lnTo>
                  <a:lnTo>
                    <a:pt x="359" y="392"/>
                  </a:lnTo>
                  <a:lnTo>
                    <a:pt x="362" y="392"/>
                  </a:lnTo>
                  <a:lnTo>
                    <a:pt x="369" y="385"/>
                  </a:lnTo>
                  <a:lnTo>
                    <a:pt x="393" y="409"/>
                  </a:lnTo>
                  <a:lnTo>
                    <a:pt x="404" y="399"/>
                  </a:lnTo>
                  <a:lnTo>
                    <a:pt x="381" y="373"/>
                  </a:lnTo>
                  <a:lnTo>
                    <a:pt x="393" y="362"/>
                  </a:lnTo>
                  <a:lnTo>
                    <a:pt x="407" y="376"/>
                  </a:lnTo>
                  <a:lnTo>
                    <a:pt x="419" y="366"/>
                  </a:lnTo>
                  <a:lnTo>
                    <a:pt x="404" y="350"/>
                  </a:lnTo>
                  <a:lnTo>
                    <a:pt x="423" y="336"/>
                  </a:lnTo>
                  <a:lnTo>
                    <a:pt x="445" y="359"/>
                  </a:lnTo>
                  <a:lnTo>
                    <a:pt x="456" y="350"/>
                  </a:lnTo>
                  <a:lnTo>
                    <a:pt x="435" y="324"/>
                  </a:lnTo>
                  <a:lnTo>
                    <a:pt x="447" y="312"/>
                  </a:lnTo>
                  <a:lnTo>
                    <a:pt x="461" y="326"/>
                  </a:lnTo>
                  <a:lnTo>
                    <a:pt x="473" y="317"/>
                  </a:lnTo>
                  <a:lnTo>
                    <a:pt x="459" y="300"/>
                  </a:lnTo>
                  <a:lnTo>
                    <a:pt x="475" y="286"/>
                  </a:lnTo>
                  <a:lnTo>
                    <a:pt x="501" y="314"/>
                  </a:lnTo>
                  <a:lnTo>
                    <a:pt x="513" y="302"/>
                  </a:lnTo>
                  <a:lnTo>
                    <a:pt x="490" y="274"/>
                  </a:lnTo>
                  <a:lnTo>
                    <a:pt x="501" y="262"/>
                  </a:lnTo>
                  <a:lnTo>
                    <a:pt x="518" y="281"/>
                  </a:lnTo>
                  <a:lnTo>
                    <a:pt x="530" y="269"/>
                  </a:lnTo>
                  <a:lnTo>
                    <a:pt x="513" y="253"/>
                  </a:lnTo>
                  <a:lnTo>
                    <a:pt x="530" y="236"/>
                  </a:lnTo>
                  <a:lnTo>
                    <a:pt x="556" y="265"/>
                  </a:lnTo>
                  <a:lnTo>
                    <a:pt x="568" y="253"/>
                  </a:lnTo>
                  <a:lnTo>
                    <a:pt x="542" y="224"/>
                  </a:lnTo>
                  <a:lnTo>
                    <a:pt x="556" y="213"/>
                  </a:lnTo>
                  <a:lnTo>
                    <a:pt x="570" y="232"/>
                  </a:lnTo>
                  <a:lnTo>
                    <a:pt x="584" y="220"/>
                  </a:lnTo>
                  <a:lnTo>
                    <a:pt x="568" y="203"/>
                  </a:lnTo>
                  <a:lnTo>
                    <a:pt x="582" y="187"/>
                  </a:lnTo>
                  <a:lnTo>
                    <a:pt x="610" y="217"/>
                  </a:lnTo>
                  <a:lnTo>
                    <a:pt x="620" y="206"/>
                  </a:lnTo>
                  <a:lnTo>
                    <a:pt x="596" y="177"/>
                  </a:lnTo>
                  <a:lnTo>
                    <a:pt x="608" y="165"/>
                  </a:lnTo>
                  <a:lnTo>
                    <a:pt x="624" y="184"/>
                  </a:lnTo>
                  <a:lnTo>
                    <a:pt x="636" y="172"/>
                  </a:lnTo>
                  <a:lnTo>
                    <a:pt x="620" y="153"/>
                  </a:lnTo>
                  <a:lnTo>
                    <a:pt x="639" y="139"/>
                  </a:lnTo>
                  <a:lnTo>
                    <a:pt x="662" y="168"/>
                  </a:lnTo>
                  <a:lnTo>
                    <a:pt x="674" y="156"/>
                  </a:lnTo>
                  <a:lnTo>
                    <a:pt x="648" y="127"/>
                  </a:lnTo>
                  <a:lnTo>
                    <a:pt x="662" y="116"/>
                  </a:lnTo>
                  <a:lnTo>
                    <a:pt x="679" y="135"/>
                  </a:lnTo>
                  <a:lnTo>
                    <a:pt x="691" y="123"/>
                  </a:lnTo>
                  <a:lnTo>
                    <a:pt x="674" y="106"/>
                  </a:lnTo>
                  <a:lnTo>
                    <a:pt x="712" y="71"/>
                  </a:lnTo>
                  <a:lnTo>
                    <a:pt x="643" y="636"/>
                  </a:lnTo>
                  <a:close/>
                  <a:moveTo>
                    <a:pt x="565" y="558"/>
                  </a:moveTo>
                  <a:lnTo>
                    <a:pt x="601" y="276"/>
                  </a:lnTo>
                  <a:lnTo>
                    <a:pt x="281" y="563"/>
                  </a:lnTo>
                  <a:lnTo>
                    <a:pt x="565" y="558"/>
                  </a:lnTo>
                  <a:close/>
                  <a:moveTo>
                    <a:pt x="542" y="529"/>
                  </a:moveTo>
                  <a:lnTo>
                    <a:pt x="359" y="532"/>
                  </a:lnTo>
                  <a:lnTo>
                    <a:pt x="563" y="347"/>
                  </a:lnTo>
                  <a:lnTo>
                    <a:pt x="542" y="52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  <a:defRPr/>
              </a:pPr>
              <a:endParaRPr lang="en-GB" sz="85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20" name="Freeform 19"/>
            <p:cNvSpPr>
              <a:spLocks noEditPoints="1"/>
            </p:cNvSpPr>
            <p:nvPr/>
          </p:nvSpPr>
          <p:spPr bwMode="auto">
            <a:xfrm>
              <a:off x="7935602" y="4523691"/>
              <a:ext cx="466566" cy="464344"/>
            </a:xfrm>
            <a:custGeom>
              <a:avLst/>
              <a:gdLst>
                <a:gd name="T0" fmla="*/ 133 w 266"/>
                <a:gd name="T1" fmla="*/ 0 h 265"/>
                <a:gd name="T2" fmla="*/ 0 w 266"/>
                <a:gd name="T3" fmla="*/ 132 h 265"/>
                <a:gd name="T4" fmla="*/ 133 w 266"/>
                <a:gd name="T5" fmla="*/ 265 h 265"/>
                <a:gd name="T6" fmla="*/ 266 w 266"/>
                <a:gd name="T7" fmla="*/ 132 h 265"/>
                <a:gd name="T8" fmla="*/ 133 w 266"/>
                <a:gd name="T9" fmla="*/ 0 h 265"/>
                <a:gd name="T10" fmla="*/ 221 w 266"/>
                <a:gd name="T11" fmla="*/ 51 h 265"/>
                <a:gd name="T12" fmla="*/ 148 w 266"/>
                <a:gd name="T13" fmla="*/ 94 h 265"/>
                <a:gd name="T14" fmla="*/ 167 w 266"/>
                <a:gd name="T15" fmla="*/ 17 h 265"/>
                <a:gd name="T16" fmla="*/ 221 w 266"/>
                <a:gd name="T17" fmla="*/ 51 h 265"/>
                <a:gd name="T18" fmla="*/ 133 w 266"/>
                <a:gd name="T19" fmla="*/ 12 h 265"/>
                <a:gd name="T20" fmla="*/ 156 w 266"/>
                <a:gd name="T21" fmla="*/ 14 h 265"/>
                <a:gd name="T22" fmla="*/ 140 w 266"/>
                <a:gd name="T23" fmla="*/ 100 h 265"/>
                <a:gd name="T24" fmla="*/ 118 w 266"/>
                <a:gd name="T25" fmla="*/ 119 h 265"/>
                <a:gd name="T26" fmla="*/ 112 w 266"/>
                <a:gd name="T27" fmla="*/ 124 h 265"/>
                <a:gd name="T28" fmla="*/ 58 w 266"/>
                <a:gd name="T29" fmla="*/ 38 h 265"/>
                <a:gd name="T30" fmla="*/ 133 w 266"/>
                <a:gd name="T31" fmla="*/ 12 h 265"/>
                <a:gd name="T32" fmla="*/ 13 w 266"/>
                <a:gd name="T33" fmla="*/ 132 h 265"/>
                <a:gd name="T34" fmla="*/ 51 w 266"/>
                <a:gd name="T35" fmla="*/ 45 h 265"/>
                <a:gd name="T36" fmla="*/ 105 w 266"/>
                <a:gd name="T37" fmla="*/ 131 h 265"/>
                <a:gd name="T38" fmla="*/ 85 w 266"/>
                <a:gd name="T39" fmla="*/ 150 h 265"/>
                <a:gd name="T40" fmla="*/ 13 w 266"/>
                <a:gd name="T41" fmla="*/ 135 h 265"/>
                <a:gd name="T42" fmla="*/ 13 w 266"/>
                <a:gd name="T43" fmla="*/ 132 h 265"/>
                <a:gd name="T44" fmla="*/ 37 w 266"/>
                <a:gd name="T45" fmla="*/ 204 h 265"/>
                <a:gd name="T46" fmla="*/ 14 w 266"/>
                <a:gd name="T47" fmla="*/ 145 h 265"/>
                <a:gd name="T48" fmla="*/ 79 w 266"/>
                <a:gd name="T49" fmla="*/ 157 h 265"/>
                <a:gd name="T50" fmla="*/ 37 w 266"/>
                <a:gd name="T51" fmla="*/ 204 h 265"/>
                <a:gd name="T52" fmla="*/ 96 w 266"/>
                <a:gd name="T53" fmla="*/ 246 h 265"/>
                <a:gd name="T54" fmla="*/ 43 w 266"/>
                <a:gd name="T55" fmla="*/ 211 h 265"/>
                <a:gd name="T56" fmla="*/ 84 w 266"/>
                <a:gd name="T57" fmla="*/ 165 h 265"/>
                <a:gd name="T58" fmla="*/ 96 w 266"/>
                <a:gd name="T59" fmla="*/ 246 h 265"/>
                <a:gd name="T60" fmla="*/ 133 w 266"/>
                <a:gd name="T61" fmla="*/ 252 h 265"/>
                <a:gd name="T62" fmla="*/ 105 w 266"/>
                <a:gd name="T63" fmla="*/ 249 h 265"/>
                <a:gd name="T64" fmla="*/ 91 w 266"/>
                <a:gd name="T65" fmla="*/ 158 h 265"/>
                <a:gd name="T66" fmla="*/ 111 w 266"/>
                <a:gd name="T67" fmla="*/ 138 h 265"/>
                <a:gd name="T68" fmla="*/ 119 w 266"/>
                <a:gd name="T69" fmla="*/ 147 h 265"/>
                <a:gd name="T70" fmla="*/ 204 w 266"/>
                <a:gd name="T71" fmla="*/ 229 h 265"/>
                <a:gd name="T72" fmla="*/ 133 w 266"/>
                <a:gd name="T73" fmla="*/ 252 h 265"/>
                <a:gd name="T74" fmla="*/ 253 w 266"/>
                <a:gd name="T75" fmla="*/ 132 h 265"/>
                <a:gd name="T76" fmla="*/ 212 w 266"/>
                <a:gd name="T77" fmla="*/ 223 h 265"/>
                <a:gd name="T78" fmla="*/ 126 w 266"/>
                <a:gd name="T79" fmla="*/ 141 h 265"/>
                <a:gd name="T80" fmla="*/ 118 w 266"/>
                <a:gd name="T81" fmla="*/ 132 h 265"/>
                <a:gd name="T82" fmla="*/ 124 w 266"/>
                <a:gd name="T83" fmla="*/ 127 h 265"/>
                <a:gd name="T84" fmla="*/ 146 w 266"/>
                <a:gd name="T85" fmla="*/ 108 h 265"/>
                <a:gd name="T86" fmla="*/ 218 w 266"/>
                <a:gd name="T87" fmla="*/ 131 h 265"/>
                <a:gd name="T88" fmla="*/ 252 w 266"/>
                <a:gd name="T89" fmla="*/ 129 h 265"/>
                <a:gd name="T90" fmla="*/ 253 w 266"/>
                <a:gd name="T91" fmla="*/ 132 h 265"/>
                <a:gd name="T92" fmla="*/ 252 w 266"/>
                <a:gd name="T93" fmla="*/ 119 h 265"/>
                <a:gd name="T94" fmla="*/ 154 w 266"/>
                <a:gd name="T95" fmla="*/ 102 h 265"/>
                <a:gd name="T96" fmla="*/ 227 w 266"/>
                <a:gd name="T97" fmla="*/ 58 h 265"/>
                <a:gd name="T98" fmla="*/ 252 w 266"/>
                <a:gd name="T99" fmla="*/ 119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66" h="265" fill="norm" stroke="1" extrusionOk="0">
                  <a:moveTo>
                    <a:pt x="133" y="0"/>
                  </a:moveTo>
                  <a:cubicBezTo>
                    <a:pt x="60" y="0"/>
                    <a:pt x="0" y="59"/>
                    <a:pt x="0" y="132"/>
                  </a:cubicBezTo>
                  <a:cubicBezTo>
                    <a:pt x="0" y="205"/>
                    <a:pt x="60" y="265"/>
                    <a:pt x="133" y="265"/>
                  </a:cubicBezTo>
                  <a:cubicBezTo>
                    <a:pt x="206" y="265"/>
                    <a:pt x="266" y="205"/>
                    <a:pt x="266" y="132"/>
                  </a:cubicBezTo>
                  <a:cubicBezTo>
                    <a:pt x="266" y="59"/>
                    <a:pt x="206" y="0"/>
                    <a:pt x="133" y="0"/>
                  </a:cubicBezTo>
                  <a:close/>
                  <a:moveTo>
                    <a:pt x="221" y="51"/>
                  </a:moveTo>
                  <a:cubicBezTo>
                    <a:pt x="208" y="57"/>
                    <a:pt x="179" y="71"/>
                    <a:pt x="148" y="94"/>
                  </a:cubicBezTo>
                  <a:cubicBezTo>
                    <a:pt x="129" y="66"/>
                    <a:pt x="157" y="28"/>
                    <a:pt x="167" y="17"/>
                  </a:cubicBezTo>
                  <a:cubicBezTo>
                    <a:pt x="188" y="23"/>
                    <a:pt x="206" y="35"/>
                    <a:pt x="221" y="51"/>
                  </a:cubicBezTo>
                  <a:close/>
                  <a:moveTo>
                    <a:pt x="133" y="12"/>
                  </a:moveTo>
                  <a:cubicBezTo>
                    <a:pt x="141" y="12"/>
                    <a:pt x="148" y="13"/>
                    <a:pt x="156" y="14"/>
                  </a:cubicBezTo>
                  <a:cubicBezTo>
                    <a:pt x="144" y="30"/>
                    <a:pt x="118" y="69"/>
                    <a:pt x="140" y="100"/>
                  </a:cubicBezTo>
                  <a:cubicBezTo>
                    <a:pt x="132" y="106"/>
                    <a:pt x="125" y="113"/>
                    <a:pt x="118" y="119"/>
                  </a:cubicBezTo>
                  <a:cubicBezTo>
                    <a:pt x="116" y="121"/>
                    <a:pt x="114" y="123"/>
                    <a:pt x="112" y="124"/>
                  </a:cubicBezTo>
                  <a:cubicBezTo>
                    <a:pt x="82" y="87"/>
                    <a:pt x="64" y="51"/>
                    <a:pt x="58" y="38"/>
                  </a:cubicBezTo>
                  <a:cubicBezTo>
                    <a:pt x="79" y="22"/>
                    <a:pt x="105" y="12"/>
                    <a:pt x="133" y="12"/>
                  </a:cubicBezTo>
                  <a:close/>
                  <a:moveTo>
                    <a:pt x="13" y="132"/>
                  </a:moveTo>
                  <a:cubicBezTo>
                    <a:pt x="13" y="98"/>
                    <a:pt x="27" y="67"/>
                    <a:pt x="51" y="45"/>
                  </a:cubicBezTo>
                  <a:cubicBezTo>
                    <a:pt x="58" y="60"/>
                    <a:pt x="76" y="95"/>
                    <a:pt x="105" y="131"/>
                  </a:cubicBezTo>
                  <a:cubicBezTo>
                    <a:pt x="98" y="138"/>
                    <a:pt x="91" y="144"/>
                    <a:pt x="85" y="150"/>
                  </a:cubicBezTo>
                  <a:cubicBezTo>
                    <a:pt x="61" y="124"/>
                    <a:pt x="28" y="130"/>
                    <a:pt x="13" y="135"/>
                  </a:cubicBezTo>
                  <a:cubicBezTo>
                    <a:pt x="13" y="134"/>
                    <a:pt x="13" y="134"/>
                    <a:pt x="13" y="132"/>
                  </a:cubicBezTo>
                  <a:close/>
                  <a:moveTo>
                    <a:pt x="37" y="204"/>
                  </a:moveTo>
                  <a:cubicBezTo>
                    <a:pt x="24" y="187"/>
                    <a:pt x="16" y="167"/>
                    <a:pt x="14" y="145"/>
                  </a:cubicBezTo>
                  <a:cubicBezTo>
                    <a:pt x="26" y="141"/>
                    <a:pt x="56" y="133"/>
                    <a:pt x="79" y="157"/>
                  </a:cubicBezTo>
                  <a:cubicBezTo>
                    <a:pt x="58" y="178"/>
                    <a:pt x="44" y="195"/>
                    <a:pt x="37" y="204"/>
                  </a:cubicBezTo>
                  <a:close/>
                  <a:moveTo>
                    <a:pt x="96" y="246"/>
                  </a:moveTo>
                  <a:cubicBezTo>
                    <a:pt x="75" y="240"/>
                    <a:pt x="57" y="227"/>
                    <a:pt x="43" y="211"/>
                  </a:cubicBezTo>
                  <a:cubicBezTo>
                    <a:pt x="49" y="203"/>
                    <a:pt x="64" y="186"/>
                    <a:pt x="84" y="165"/>
                  </a:cubicBezTo>
                  <a:cubicBezTo>
                    <a:pt x="104" y="193"/>
                    <a:pt x="99" y="231"/>
                    <a:pt x="96" y="246"/>
                  </a:cubicBezTo>
                  <a:close/>
                  <a:moveTo>
                    <a:pt x="133" y="252"/>
                  </a:moveTo>
                  <a:cubicBezTo>
                    <a:pt x="123" y="252"/>
                    <a:pt x="114" y="251"/>
                    <a:pt x="105" y="249"/>
                  </a:cubicBezTo>
                  <a:cubicBezTo>
                    <a:pt x="109" y="232"/>
                    <a:pt x="115" y="190"/>
                    <a:pt x="91" y="158"/>
                  </a:cubicBezTo>
                  <a:cubicBezTo>
                    <a:pt x="98" y="152"/>
                    <a:pt x="104" y="145"/>
                    <a:pt x="111" y="138"/>
                  </a:cubicBezTo>
                  <a:cubicBezTo>
                    <a:pt x="114" y="141"/>
                    <a:pt x="116" y="144"/>
                    <a:pt x="119" y="147"/>
                  </a:cubicBezTo>
                  <a:cubicBezTo>
                    <a:pt x="156" y="188"/>
                    <a:pt x="190" y="217"/>
                    <a:pt x="204" y="229"/>
                  </a:cubicBezTo>
                  <a:cubicBezTo>
                    <a:pt x="184" y="243"/>
                    <a:pt x="160" y="252"/>
                    <a:pt x="133" y="252"/>
                  </a:cubicBezTo>
                  <a:close/>
                  <a:moveTo>
                    <a:pt x="253" y="132"/>
                  </a:moveTo>
                  <a:cubicBezTo>
                    <a:pt x="253" y="168"/>
                    <a:pt x="237" y="201"/>
                    <a:pt x="212" y="223"/>
                  </a:cubicBezTo>
                  <a:cubicBezTo>
                    <a:pt x="199" y="212"/>
                    <a:pt x="164" y="182"/>
                    <a:pt x="126" y="141"/>
                  </a:cubicBezTo>
                  <a:cubicBezTo>
                    <a:pt x="123" y="138"/>
                    <a:pt x="121" y="135"/>
                    <a:pt x="118" y="132"/>
                  </a:cubicBezTo>
                  <a:cubicBezTo>
                    <a:pt x="120" y="130"/>
                    <a:pt x="122" y="128"/>
                    <a:pt x="124" y="127"/>
                  </a:cubicBezTo>
                  <a:cubicBezTo>
                    <a:pt x="131" y="120"/>
                    <a:pt x="139" y="114"/>
                    <a:pt x="146" y="108"/>
                  </a:cubicBezTo>
                  <a:cubicBezTo>
                    <a:pt x="165" y="127"/>
                    <a:pt x="194" y="131"/>
                    <a:pt x="218" y="131"/>
                  </a:cubicBezTo>
                  <a:cubicBezTo>
                    <a:pt x="232" y="131"/>
                    <a:pt x="245" y="130"/>
                    <a:pt x="252" y="129"/>
                  </a:cubicBezTo>
                  <a:cubicBezTo>
                    <a:pt x="252" y="130"/>
                    <a:pt x="253" y="131"/>
                    <a:pt x="253" y="132"/>
                  </a:cubicBezTo>
                  <a:close/>
                  <a:moveTo>
                    <a:pt x="252" y="119"/>
                  </a:moveTo>
                  <a:cubicBezTo>
                    <a:pt x="234" y="122"/>
                    <a:pt x="180" y="128"/>
                    <a:pt x="154" y="102"/>
                  </a:cubicBezTo>
                  <a:cubicBezTo>
                    <a:pt x="186" y="78"/>
                    <a:pt x="216" y="63"/>
                    <a:pt x="227" y="58"/>
                  </a:cubicBezTo>
                  <a:cubicBezTo>
                    <a:pt x="241" y="76"/>
                    <a:pt x="250" y="96"/>
                    <a:pt x="252" y="1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  <a:defRPr/>
              </a:pPr>
              <a:endParaRPr lang="en-GB" sz="85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21" name="Freeform 20"/>
            <p:cNvSpPr>
              <a:spLocks noEditPoints="1"/>
            </p:cNvSpPr>
            <p:nvPr/>
          </p:nvSpPr>
          <p:spPr bwMode="auto">
            <a:xfrm>
              <a:off x="3825380" y="4903608"/>
              <a:ext cx="488783" cy="502854"/>
            </a:xfrm>
            <a:custGeom>
              <a:avLst/>
              <a:gdLst>
                <a:gd name="T0" fmla="*/ 107 w 279"/>
                <a:gd name="T1" fmla="*/ 16 h 287"/>
                <a:gd name="T2" fmla="*/ 105 w 279"/>
                <a:gd name="T3" fmla="*/ 34 h 287"/>
                <a:gd name="T4" fmla="*/ 105 w 279"/>
                <a:gd name="T5" fmla="*/ 35 h 287"/>
                <a:gd name="T6" fmla="*/ 89 w 279"/>
                <a:gd name="T7" fmla="*/ 202 h 287"/>
                <a:gd name="T8" fmla="*/ 57 w 279"/>
                <a:gd name="T9" fmla="*/ 186 h 287"/>
                <a:gd name="T10" fmla="*/ 3 w 279"/>
                <a:gd name="T11" fmla="*/ 231 h 287"/>
                <a:gd name="T12" fmla="*/ 47 w 279"/>
                <a:gd name="T13" fmla="*/ 285 h 287"/>
                <a:gd name="T14" fmla="*/ 100 w 279"/>
                <a:gd name="T15" fmla="*/ 247 h 287"/>
                <a:gd name="T16" fmla="*/ 101 w 279"/>
                <a:gd name="T17" fmla="*/ 247 h 287"/>
                <a:gd name="T18" fmla="*/ 117 w 279"/>
                <a:gd name="T19" fmla="*/ 73 h 287"/>
                <a:gd name="T20" fmla="*/ 257 w 279"/>
                <a:gd name="T21" fmla="*/ 61 h 287"/>
                <a:gd name="T22" fmla="*/ 246 w 279"/>
                <a:gd name="T23" fmla="*/ 184 h 287"/>
                <a:gd name="T24" fmla="*/ 213 w 279"/>
                <a:gd name="T25" fmla="*/ 168 h 287"/>
                <a:gd name="T26" fmla="*/ 159 w 279"/>
                <a:gd name="T27" fmla="*/ 213 h 287"/>
                <a:gd name="T28" fmla="*/ 204 w 279"/>
                <a:gd name="T29" fmla="*/ 267 h 287"/>
                <a:gd name="T30" fmla="*/ 257 w 279"/>
                <a:gd name="T31" fmla="*/ 229 h 287"/>
                <a:gd name="T32" fmla="*/ 258 w 279"/>
                <a:gd name="T33" fmla="*/ 229 h 287"/>
                <a:gd name="T34" fmla="*/ 275 w 279"/>
                <a:gd name="T35" fmla="*/ 34 h 287"/>
                <a:gd name="T36" fmla="*/ 276 w 279"/>
                <a:gd name="T37" fmla="*/ 34 h 287"/>
                <a:gd name="T38" fmla="*/ 279 w 279"/>
                <a:gd name="T39" fmla="*/ 0 h 287"/>
                <a:gd name="T40" fmla="*/ 107 w 279"/>
                <a:gd name="T41" fmla="*/ 16 h 287"/>
                <a:gd name="T42" fmla="*/ 258 w 279"/>
                <a:gd name="T43" fmla="*/ 52 h 287"/>
                <a:gd name="T44" fmla="*/ 118 w 279"/>
                <a:gd name="T45" fmla="*/ 64 h 287"/>
                <a:gd name="T46" fmla="*/ 120 w 279"/>
                <a:gd name="T47" fmla="*/ 48 h 287"/>
                <a:gd name="T48" fmla="*/ 260 w 279"/>
                <a:gd name="T49" fmla="*/ 35 h 287"/>
                <a:gd name="T50" fmla="*/ 258 w 279"/>
                <a:gd name="T51" fmla="*/ 5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79" h="287" fill="norm" stroke="1" extrusionOk="0">
                  <a:moveTo>
                    <a:pt x="107" y="16"/>
                  </a:moveTo>
                  <a:cubicBezTo>
                    <a:pt x="105" y="34"/>
                    <a:pt x="105" y="34"/>
                    <a:pt x="105" y="34"/>
                  </a:cubicBezTo>
                  <a:cubicBezTo>
                    <a:pt x="105" y="35"/>
                    <a:pt x="105" y="35"/>
                    <a:pt x="105" y="35"/>
                  </a:cubicBezTo>
                  <a:cubicBezTo>
                    <a:pt x="89" y="202"/>
                    <a:pt x="89" y="202"/>
                    <a:pt x="89" y="202"/>
                  </a:cubicBezTo>
                  <a:cubicBezTo>
                    <a:pt x="81" y="193"/>
                    <a:pt x="70" y="187"/>
                    <a:pt x="57" y="186"/>
                  </a:cubicBezTo>
                  <a:cubicBezTo>
                    <a:pt x="29" y="183"/>
                    <a:pt x="5" y="203"/>
                    <a:pt x="3" y="231"/>
                  </a:cubicBezTo>
                  <a:cubicBezTo>
                    <a:pt x="0" y="258"/>
                    <a:pt x="20" y="282"/>
                    <a:pt x="47" y="285"/>
                  </a:cubicBezTo>
                  <a:cubicBezTo>
                    <a:pt x="72" y="287"/>
                    <a:pt x="95" y="270"/>
                    <a:pt x="100" y="247"/>
                  </a:cubicBezTo>
                  <a:cubicBezTo>
                    <a:pt x="101" y="247"/>
                    <a:pt x="101" y="247"/>
                    <a:pt x="101" y="247"/>
                  </a:cubicBezTo>
                  <a:cubicBezTo>
                    <a:pt x="117" y="73"/>
                    <a:pt x="117" y="73"/>
                    <a:pt x="117" y="73"/>
                  </a:cubicBezTo>
                  <a:cubicBezTo>
                    <a:pt x="257" y="61"/>
                    <a:pt x="257" y="61"/>
                    <a:pt x="257" y="61"/>
                  </a:cubicBezTo>
                  <a:cubicBezTo>
                    <a:pt x="246" y="184"/>
                    <a:pt x="246" y="184"/>
                    <a:pt x="246" y="184"/>
                  </a:cubicBezTo>
                  <a:cubicBezTo>
                    <a:pt x="238" y="175"/>
                    <a:pt x="226" y="169"/>
                    <a:pt x="213" y="168"/>
                  </a:cubicBezTo>
                  <a:cubicBezTo>
                    <a:pt x="186" y="165"/>
                    <a:pt x="161" y="186"/>
                    <a:pt x="159" y="213"/>
                  </a:cubicBezTo>
                  <a:cubicBezTo>
                    <a:pt x="156" y="240"/>
                    <a:pt x="177" y="265"/>
                    <a:pt x="204" y="267"/>
                  </a:cubicBezTo>
                  <a:cubicBezTo>
                    <a:pt x="229" y="269"/>
                    <a:pt x="251" y="253"/>
                    <a:pt x="257" y="229"/>
                  </a:cubicBezTo>
                  <a:cubicBezTo>
                    <a:pt x="258" y="229"/>
                    <a:pt x="258" y="229"/>
                    <a:pt x="258" y="229"/>
                  </a:cubicBezTo>
                  <a:cubicBezTo>
                    <a:pt x="275" y="34"/>
                    <a:pt x="275" y="34"/>
                    <a:pt x="275" y="34"/>
                  </a:cubicBezTo>
                  <a:cubicBezTo>
                    <a:pt x="276" y="34"/>
                    <a:pt x="276" y="34"/>
                    <a:pt x="276" y="34"/>
                  </a:cubicBezTo>
                  <a:cubicBezTo>
                    <a:pt x="279" y="0"/>
                    <a:pt x="279" y="0"/>
                    <a:pt x="279" y="0"/>
                  </a:cubicBezTo>
                  <a:lnTo>
                    <a:pt x="107" y="16"/>
                  </a:lnTo>
                  <a:close/>
                  <a:moveTo>
                    <a:pt x="258" y="52"/>
                  </a:moveTo>
                  <a:cubicBezTo>
                    <a:pt x="118" y="64"/>
                    <a:pt x="118" y="64"/>
                    <a:pt x="118" y="64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260" y="35"/>
                    <a:pt x="260" y="35"/>
                    <a:pt x="260" y="35"/>
                  </a:cubicBezTo>
                  <a:lnTo>
                    <a:pt x="258" y="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  <a:defRPr/>
              </a:pPr>
              <a:endParaRPr lang="en-GB" sz="85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22" name="Freeform 21"/>
            <p:cNvSpPr>
              <a:spLocks noEditPoints="1"/>
            </p:cNvSpPr>
            <p:nvPr/>
          </p:nvSpPr>
          <p:spPr bwMode="auto">
            <a:xfrm>
              <a:off x="3716515" y="3660174"/>
              <a:ext cx="682815" cy="542845"/>
            </a:xfrm>
            <a:custGeom>
              <a:avLst/>
              <a:gdLst>
                <a:gd name="T0" fmla="*/ 390 w 390"/>
                <a:gd name="T1" fmla="*/ 266 h 310"/>
                <a:gd name="T2" fmla="*/ 280 w 390"/>
                <a:gd name="T3" fmla="*/ 195 h 310"/>
                <a:gd name="T4" fmla="*/ 289 w 390"/>
                <a:gd name="T5" fmla="*/ 181 h 310"/>
                <a:gd name="T6" fmla="*/ 266 w 390"/>
                <a:gd name="T7" fmla="*/ 167 h 310"/>
                <a:gd name="T8" fmla="*/ 262 w 390"/>
                <a:gd name="T9" fmla="*/ 104 h 310"/>
                <a:gd name="T10" fmla="*/ 104 w 390"/>
                <a:gd name="T11" fmla="*/ 21 h 310"/>
                <a:gd name="T12" fmla="*/ 21 w 390"/>
                <a:gd name="T13" fmla="*/ 180 h 310"/>
                <a:gd name="T14" fmla="*/ 180 w 390"/>
                <a:gd name="T15" fmla="*/ 263 h 310"/>
                <a:gd name="T16" fmla="*/ 218 w 390"/>
                <a:gd name="T17" fmla="*/ 243 h 310"/>
                <a:gd name="T18" fmla="*/ 241 w 390"/>
                <a:gd name="T19" fmla="*/ 257 h 310"/>
                <a:gd name="T20" fmla="*/ 252 w 390"/>
                <a:gd name="T21" fmla="*/ 239 h 310"/>
                <a:gd name="T22" fmla="*/ 363 w 390"/>
                <a:gd name="T23" fmla="*/ 310 h 310"/>
                <a:gd name="T24" fmla="*/ 390 w 390"/>
                <a:gd name="T25" fmla="*/ 266 h 310"/>
                <a:gd name="T26" fmla="*/ 72 w 390"/>
                <a:gd name="T27" fmla="*/ 164 h 310"/>
                <a:gd name="T28" fmla="*/ 120 w 390"/>
                <a:gd name="T29" fmla="*/ 72 h 310"/>
                <a:gd name="T30" fmla="*/ 212 w 390"/>
                <a:gd name="T31" fmla="*/ 120 h 310"/>
                <a:gd name="T32" fmla="*/ 164 w 390"/>
                <a:gd name="T33" fmla="*/ 213 h 310"/>
                <a:gd name="T34" fmla="*/ 72 w 390"/>
                <a:gd name="T35" fmla="*/ 164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0" h="310" fill="norm" stroke="1" extrusionOk="0">
                  <a:moveTo>
                    <a:pt x="390" y="266"/>
                  </a:moveTo>
                  <a:cubicBezTo>
                    <a:pt x="280" y="195"/>
                    <a:pt x="280" y="195"/>
                    <a:pt x="280" y="195"/>
                  </a:cubicBezTo>
                  <a:cubicBezTo>
                    <a:pt x="289" y="181"/>
                    <a:pt x="289" y="181"/>
                    <a:pt x="289" y="181"/>
                  </a:cubicBezTo>
                  <a:cubicBezTo>
                    <a:pt x="266" y="167"/>
                    <a:pt x="266" y="167"/>
                    <a:pt x="266" y="167"/>
                  </a:cubicBezTo>
                  <a:cubicBezTo>
                    <a:pt x="270" y="147"/>
                    <a:pt x="269" y="125"/>
                    <a:pt x="262" y="104"/>
                  </a:cubicBezTo>
                  <a:cubicBezTo>
                    <a:pt x="241" y="37"/>
                    <a:pt x="170" y="0"/>
                    <a:pt x="104" y="21"/>
                  </a:cubicBezTo>
                  <a:cubicBezTo>
                    <a:pt x="37" y="42"/>
                    <a:pt x="0" y="114"/>
                    <a:pt x="21" y="180"/>
                  </a:cubicBezTo>
                  <a:cubicBezTo>
                    <a:pt x="42" y="247"/>
                    <a:pt x="113" y="284"/>
                    <a:pt x="180" y="263"/>
                  </a:cubicBezTo>
                  <a:cubicBezTo>
                    <a:pt x="194" y="258"/>
                    <a:pt x="207" y="251"/>
                    <a:pt x="218" y="243"/>
                  </a:cubicBezTo>
                  <a:cubicBezTo>
                    <a:pt x="241" y="257"/>
                    <a:pt x="241" y="257"/>
                    <a:pt x="241" y="257"/>
                  </a:cubicBezTo>
                  <a:cubicBezTo>
                    <a:pt x="252" y="239"/>
                    <a:pt x="252" y="239"/>
                    <a:pt x="252" y="239"/>
                  </a:cubicBezTo>
                  <a:cubicBezTo>
                    <a:pt x="363" y="310"/>
                    <a:pt x="363" y="310"/>
                    <a:pt x="363" y="310"/>
                  </a:cubicBezTo>
                  <a:lnTo>
                    <a:pt x="390" y="266"/>
                  </a:lnTo>
                  <a:close/>
                  <a:moveTo>
                    <a:pt x="72" y="164"/>
                  </a:moveTo>
                  <a:cubicBezTo>
                    <a:pt x="59" y="125"/>
                    <a:pt x="81" y="84"/>
                    <a:pt x="120" y="72"/>
                  </a:cubicBezTo>
                  <a:cubicBezTo>
                    <a:pt x="158" y="59"/>
                    <a:pt x="200" y="81"/>
                    <a:pt x="212" y="120"/>
                  </a:cubicBezTo>
                  <a:cubicBezTo>
                    <a:pt x="224" y="159"/>
                    <a:pt x="203" y="200"/>
                    <a:pt x="164" y="213"/>
                  </a:cubicBezTo>
                  <a:cubicBezTo>
                    <a:pt x="125" y="224"/>
                    <a:pt x="84" y="203"/>
                    <a:pt x="72" y="16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  <a:defRPr/>
              </a:pPr>
              <a:endParaRPr lang="en-GB" sz="85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23" name="Freeform 22"/>
            <p:cNvSpPr>
              <a:spLocks noEditPoints="1"/>
            </p:cNvSpPr>
            <p:nvPr/>
          </p:nvSpPr>
          <p:spPr bwMode="auto">
            <a:xfrm>
              <a:off x="3777983" y="2467839"/>
              <a:ext cx="572469" cy="588760"/>
            </a:xfrm>
            <a:custGeom>
              <a:avLst/>
              <a:gdLst>
                <a:gd name="T0" fmla="*/ 224 w 327"/>
                <a:gd name="T1" fmla="*/ 118 h 336"/>
                <a:gd name="T2" fmla="*/ 238 w 327"/>
                <a:gd name="T3" fmla="*/ 26 h 336"/>
                <a:gd name="T4" fmla="*/ 188 w 327"/>
                <a:gd name="T5" fmla="*/ 10 h 336"/>
                <a:gd name="T6" fmla="*/ 11 w 327"/>
                <a:gd name="T7" fmla="*/ 148 h 336"/>
                <a:gd name="T8" fmla="*/ 148 w 327"/>
                <a:gd name="T9" fmla="*/ 325 h 336"/>
                <a:gd name="T10" fmla="*/ 325 w 327"/>
                <a:gd name="T11" fmla="*/ 188 h 336"/>
                <a:gd name="T12" fmla="*/ 323 w 327"/>
                <a:gd name="T13" fmla="*/ 138 h 336"/>
                <a:gd name="T14" fmla="*/ 224 w 327"/>
                <a:gd name="T15" fmla="*/ 118 h 336"/>
                <a:gd name="T16" fmla="*/ 25 w 327"/>
                <a:gd name="T17" fmla="*/ 159 h 336"/>
                <a:gd name="T18" fmla="*/ 61 w 327"/>
                <a:gd name="T19" fmla="*/ 136 h 336"/>
                <a:gd name="T20" fmla="*/ 90 w 327"/>
                <a:gd name="T21" fmla="*/ 167 h 336"/>
                <a:gd name="T22" fmla="*/ 54 w 327"/>
                <a:gd name="T23" fmla="*/ 191 h 336"/>
                <a:gd name="T24" fmla="*/ 25 w 327"/>
                <a:gd name="T25" fmla="*/ 159 h 336"/>
                <a:gd name="T26" fmla="*/ 78 w 327"/>
                <a:gd name="T27" fmla="*/ 262 h 336"/>
                <a:gd name="T28" fmla="*/ 48 w 327"/>
                <a:gd name="T29" fmla="*/ 231 h 336"/>
                <a:gd name="T30" fmla="*/ 85 w 327"/>
                <a:gd name="T31" fmla="*/ 207 h 336"/>
                <a:gd name="T32" fmla="*/ 114 w 327"/>
                <a:gd name="T33" fmla="*/ 239 h 336"/>
                <a:gd name="T34" fmla="*/ 78 w 327"/>
                <a:gd name="T35" fmla="*/ 262 h 336"/>
                <a:gd name="T36" fmla="*/ 80 w 327"/>
                <a:gd name="T37" fmla="*/ 124 h 336"/>
                <a:gd name="T38" fmla="*/ 51 w 327"/>
                <a:gd name="T39" fmla="*/ 92 h 336"/>
                <a:gd name="T40" fmla="*/ 88 w 327"/>
                <a:gd name="T41" fmla="*/ 69 h 336"/>
                <a:gd name="T42" fmla="*/ 117 w 327"/>
                <a:gd name="T43" fmla="*/ 100 h 336"/>
                <a:gd name="T44" fmla="*/ 80 w 327"/>
                <a:gd name="T45" fmla="*/ 124 h 336"/>
                <a:gd name="T46" fmla="*/ 146 w 327"/>
                <a:gd name="T47" fmla="*/ 308 h 336"/>
                <a:gd name="T48" fmla="*/ 117 w 327"/>
                <a:gd name="T49" fmla="*/ 276 h 336"/>
                <a:gd name="T50" fmla="*/ 153 w 327"/>
                <a:gd name="T51" fmla="*/ 252 h 336"/>
                <a:gd name="T52" fmla="*/ 182 w 327"/>
                <a:gd name="T53" fmla="*/ 284 h 336"/>
                <a:gd name="T54" fmla="*/ 146 w 327"/>
                <a:gd name="T55" fmla="*/ 308 h 336"/>
                <a:gd name="T56" fmla="*/ 151 w 327"/>
                <a:gd name="T57" fmla="*/ 85 h 336"/>
                <a:gd name="T58" fmla="*/ 122 w 327"/>
                <a:gd name="T59" fmla="*/ 52 h 336"/>
                <a:gd name="T60" fmla="*/ 158 w 327"/>
                <a:gd name="T61" fmla="*/ 29 h 336"/>
                <a:gd name="T62" fmla="*/ 187 w 327"/>
                <a:gd name="T63" fmla="*/ 61 h 336"/>
                <a:gd name="T64" fmla="*/ 151 w 327"/>
                <a:gd name="T65" fmla="*/ 85 h 336"/>
                <a:gd name="T66" fmla="*/ 223 w 327"/>
                <a:gd name="T67" fmla="*/ 285 h 336"/>
                <a:gd name="T68" fmla="*/ 194 w 327"/>
                <a:gd name="T69" fmla="*/ 253 h 336"/>
                <a:gd name="T70" fmla="*/ 230 w 327"/>
                <a:gd name="T71" fmla="*/ 230 h 336"/>
                <a:gd name="T72" fmla="*/ 259 w 327"/>
                <a:gd name="T73" fmla="*/ 262 h 336"/>
                <a:gd name="T74" fmla="*/ 223 w 327"/>
                <a:gd name="T75" fmla="*/ 285 h 336"/>
                <a:gd name="T76" fmla="*/ 269 w 327"/>
                <a:gd name="T77" fmla="*/ 226 h 336"/>
                <a:gd name="T78" fmla="*/ 240 w 327"/>
                <a:gd name="T79" fmla="*/ 195 h 336"/>
                <a:gd name="T80" fmla="*/ 276 w 327"/>
                <a:gd name="T81" fmla="*/ 171 h 336"/>
                <a:gd name="T82" fmla="*/ 304 w 327"/>
                <a:gd name="T83" fmla="*/ 203 h 336"/>
                <a:gd name="T84" fmla="*/ 269 w 327"/>
                <a:gd name="T85" fmla="*/ 226 h 336"/>
                <a:gd name="T86" fmla="*/ 269 w 327"/>
                <a:gd name="T87" fmla="*/ 226 h 336"/>
                <a:gd name="T88" fmla="*/ 269 w 327"/>
                <a:gd name="T89" fmla="*/ 22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27" h="336" fill="norm" stroke="1" extrusionOk="0">
                  <a:moveTo>
                    <a:pt x="224" y="118"/>
                  </a:moveTo>
                  <a:cubicBezTo>
                    <a:pt x="203" y="77"/>
                    <a:pt x="292" y="56"/>
                    <a:pt x="238" y="26"/>
                  </a:cubicBezTo>
                  <a:cubicBezTo>
                    <a:pt x="212" y="16"/>
                    <a:pt x="206" y="13"/>
                    <a:pt x="188" y="10"/>
                  </a:cubicBezTo>
                  <a:cubicBezTo>
                    <a:pt x="101" y="0"/>
                    <a:pt x="22" y="61"/>
                    <a:pt x="11" y="148"/>
                  </a:cubicBezTo>
                  <a:cubicBezTo>
                    <a:pt x="0" y="235"/>
                    <a:pt x="61" y="313"/>
                    <a:pt x="148" y="325"/>
                  </a:cubicBezTo>
                  <a:cubicBezTo>
                    <a:pt x="235" y="336"/>
                    <a:pt x="314" y="275"/>
                    <a:pt x="325" y="188"/>
                  </a:cubicBezTo>
                  <a:cubicBezTo>
                    <a:pt x="327" y="169"/>
                    <a:pt x="327" y="157"/>
                    <a:pt x="323" y="138"/>
                  </a:cubicBezTo>
                  <a:cubicBezTo>
                    <a:pt x="315" y="103"/>
                    <a:pt x="246" y="159"/>
                    <a:pt x="224" y="118"/>
                  </a:cubicBezTo>
                  <a:close/>
                  <a:moveTo>
                    <a:pt x="25" y="159"/>
                  </a:moveTo>
                  <a:cubicBezTo>
                    <a:pt x="27" y="144"/>
                    <a:pt x="43" y="133"/>
                    <a:pt x="61" y="136"/>
                  </a:cubicBezTo>
                  <a:cubicBezTo>
                    <a:pt x="79" y="138"/>
                    <a:pt x="92" y="151"/>
                    <a:pt x="90" y="167"/>
                  </a:cubicBezTo>
                  <a:cubicBezTo>
                    <a:pt x="88" y="182"/>
                    <a:pt x="72" y="194"/>
                    <a:pt x="54" y="191"/>
                  </a:cubicBezTo>
                  <a:cubicBezTo>
                    <a:pt x="36" y="188"/>
                    <a:pt x="23" y="174"/>
                    <a:pt x="25" y="159"/>
                  </a:cubicBezTo>
                  <a:close/>
                  <a:moveTo>
                    <a:pt x="78" y="262"/>
                  </a:moveTo>
                  <a:cubicBezTo>
                    <a:pt x="60" y="260"/>
                    <a:pt x="47" y="246"/>
                    <a:pt x="48" y="231"/>
                  </a:cubicBezTo>
                  <a:cubicBezTo>
                    <a:pt x="51" y="216"/>
                    <a:pt x="67" y="205"/>
                    <a:pt x="85" y="207"/>
                  </a:cubicBezTo>
                  <a:cubicBezTo>
                    <a:pt x="103" y="209"/>
                    <a:pt x="116" y="224"/>
                    <a:pt x="114" y="239"/>
                  </a:cubicBezTo>
                  <a:cubicBezTo>
                    <a:pt x="112" y="254"/>
                    <a:pt x="96" y="265"/>
                    <a:pt x="78" y="262"/>
                  </a:cubicBezTo>
                  <a:close/>
                  <a:moveTo>
                    <a:pt x="80" y="124"/>
                  </a:moveTo>
                  <a:cubicBezTo>
                    <a:pt x="62" y="121"/>
                    <a:pt x="49" y="107"/>
                    <a:pt x="51" y="92"/>
                  </a:cubicBezTo>
                  <a:cubicBezTo>
                    <a:pt x="53" y="77"/>
                    <a:pt x="70" y="66"/>
                    <a:pt x="88" y="69"/>
                  </a:cubicBezTo>
                  <a:cubicBezTo>
                    <a:pt x="106" y="71"/>
                    <a:pt x="119" y="85"/>
                    <a:pt x="117" y="100"/>
                  </a:cubicBezTo>
                  <a:cubicBezTo>
                    <a:pt x="114" y="116"/>
                    <a:pt x="98" y="126"/>
                    <a:pt x="80" y="124"/>
                  </a:cubicBezTo>
                  <a:close/>
                  <a:moveTo>
                    <a:pt x="146" y="308"/>
                  </a:moveTo>
                  <a:cubicBezTo>
                    <a:pt x="128" y="305"/>
                    <a:pt x="115" y="291"/>
                    <a:pt x="117" y="276"/>
                  </a:cubicBezTo>
                  <a:cubicBezTo>
                    <a:pt x="119" y="260"/>
                    <a:pt x="135" y="250"/>
                    <a:pt x="153" y="252"/>
                  </a:cubicBezTo>
                  <a:cubicBezTo>
                    <a:pt x="171" y="255"/>
                    <a:pt x="184" y="269"/>
                    <a:pt x="182" y="284"/>
                  </a:cubicBezTo>
                  <a:cubicBezTo>
                    <a:pt x="181" y="300"/>
                    <a:pt x="164" y="310"/>
                    <a:pt x="146" y="308"/>
                  </a:cubicBezTo>
                  <a:close/>
                  <a:moveTo>
                    <a:pt x="151" y="85"/>
                  </a:moveTo>
                  <a:cubicBezTo>
                    <a:pt x="133" y="83"/>
                    <a:pt x="120" y="68"/>
                    <a:pt x="122" y="52"/>
                  </a:cubicBezTo>
                  <a:cubicBezTo>
                    <a:pt x="124" y="38"/>
                    <a:pt x="141" y="27"/>
                    <a:pt x="158" y="29"/>
                  </a:cubicBezTo>
                  <a:cubicBezTo>
                    <a:pt x="176" y="32"/>
                    <a:pt x="189" y="45"/>
                    <a:pt x="187" y="61"/>
                  </a:cubicBezTo>
                  <a:cubicBezTo>
                    <a:pt x="185" y="76"/>
                    <a:pt x="169" y="87"/>
                    <a:pt x="151" y="85"/>
                  </a:cubicBezTo>
                  <a:close/>
                  <a:moveTo>
                    <a:pt x="223" y="285"/>
                  </a:moveTo>
                  <a:cubicBezTo>
                    <a:pt x="204" y="283"/>
                    <a:pt x="192" y="269"/>
                    <a:pt x="194" y="253"/>
                  </a:cubicBezTo>
                  <a:cubicBezTo>
                    <a:pt x="196" y="238"/>
                    <a:pt x="212" y="227"/>
                    <a:pt x="230" y="230"/>
                  </a:cubicBezTo>
                  <a:cubicBezTo>
                    <a:pt x="248" y="232"/>
                    <a:pt x="260" y="247"/>
                    <a:pt x="259" y="262"/>
                  </a:cubicBezTo>
                  <a:cubicBezTo>
                    <a:pt x="257" y="277"/>
                    <a:pt x="240" y="287"/>
                    <a:pt x="223" y="285"/>
                  </a:cubicBezTo>
                  <a:close/>
                  <a:moveTo>
                    <a:pt x="269" y="226"/>
                  </a:moveTo>
                  <a:cubicBezTo>
                    <a:pt x="250" y="225"/>
                    <a:pt x="237" y="210"/>
                    <a:pt x="240" y="195"/>
                  </a:cubicBezTo>
                  <a:cubicBezTo>
                    <a:pt x="241" y="180"/>
                    <a:pt x="258" y="169"/>
                    <a:pt x="276" y="171"/>
                  </a:cubicBezTo>
                  <a:cubicBezTo>
                    <a:pt x="294" y="174"/>
                    <a:pt x="307" y="187"/>
                    <a:pt x="304" y="203"/>
                  </a:cubicBezTo>
                  <a:cubicBezTo>
                    <a:pt x="303" y="218"/>
                    <a:pt x="286" y="229"/>
                    <a:pt x="269" y="226"/>
                  </a:cubicBezTo>
                  <a:close/>
                  <a:moveTo>
                    <a:pt x="269" y="226"/>
                  </a:moveTo>
                  <a:cubicBezTo>
                    <a:pt x="269" y="226"/>
                    <a:pt x="269" y="226"/>
                    <a:pt x="269" y="226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  <a:defRPr/>
              </a:pPr>
              <a:endParaRPr lang="en-GB" sz="85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24" name="Freeform 23"/>
            <p:cNvSpPr/>
            <p:nvPr/>
          </p:nvSpPr>
          <p:spPr bwMode="auto">
            <a:xfrm>
              <a:off x="7841548" y="5334626"/>
              <a:ext cx="345111" cy="793162"/>
            </a:xfrm>
            <a:custGeom>
              <a:avLst/>
              <a:gdLst>
                <a:gd name="T0" fmla="*/ 466 w 466"/>
                <a:gd name="T1" fmla="*/ 1071 h 1071"/>
                <a:gd name="T2" fmla="*/ 0 w 466"/>
                <a:gd name="T3" fmla="*/ 1071 h 1071"/>
                <a:gd name="T4" fmla="*/ 0 w 466"/>
                <a:gd name="T5" fmla="*/ 1024 h 1071"/>
                <a:gd name="T6" fmla="*/ 418 w 466"/>
                <a:gd name="T7" fmla="*/ 1024 h 1071"/>
                <a:gd name="T8" fmla="*/ 418 w 466"/>
                <a:gd name="T9" fmla="*/ 0 h 1071"/>
                <a:gd name="T10" fmla="*/ 466 w 466"/>
                <a:gd name="T11" fmla="*/ 0 h 1071"/>
                <a:gd name="T12" fmla="*/ 466 w 466"/>
                <a:gd name="T13" fmla="*/ 1071 h 10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6" h="1071" fill="norm" stroke="1" extrusionOk="0">
                  <a:moveTo>
                    <a:pt x="466" y="1071"/>
                  </a:moveTo>
                  <a:lnTo>
                    <a:pt x="0" y="1071"/>
                  </a:lnTo>
                  <a:lnTo>
                    <a:pt x="0" y="1024"/>
                  </a:lnTo>
                  <a:lnTo>
                    <a:pt x="418" y="1024"/>
                  </a:lnTo>
                  <a:lnTo>
                    <a:pt x="418" y="0"/>
                  </a:lnTo>
                  <a:lnTo>
                    <a:pt x="466" y="0"/>
                  </a:lnTo>
                  <a:lnTo>
                    <a:pt x="466" y="107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  <a:defRPr/>
              </a:pPr>
              <a:endParaRPr lang="en-GB" sz="85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25" name="Freeform 24"/>
            <p:cNvSpPr/>
            <p:nvPr/>
          </p:nvSpPr>
          <p:spPr bwMode="auto">
            <a:xfrm>
              <a:off x="8107417" y="5247238"/>
              <a:ext cx="122936" cy="105162"/>
            </a:xfrm>
            <a:custGeom>
              <a:avLst/>
              <a:gdLst>
                <a:gd name="T0" fmla="*/ 166 w 166"/>
                <a:gd name="T1" fmla="*/ 142 h 142"/>
                <a:gd name="T2" fmla="*/ 83 w 166"/>
                <a:gd name="T3" fmla="*/ 0 h 142"/>
                <a:gd name="T4" fmla="*/ 0 w 166"/>
                <a:gd name="T5" fmla="*/ 142 h 142"/>
                <a:gd name="T6" fmla="*/ 166 w 166"/>
                <a:gd name="T7" fmla="*/ 14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6" h="142" fill="norm" stroke="1" extrusionOk="0">
                  <a:moveTo>
                    <a:pt x="166" y="142"/>
                  </a:moveTo>
                  <a:lnTo>
                    <a:pt x="83" y="0"/>
                  </a:lnTo>
                  <a:lnTo>
                    <a:pt x="0" y="142"/>
                  </a:lnTo>
                  <a:lnTo>
                    <a:pt x="166" y="142"/>
                  </a:lnTo>
                  <a:close/>
                </a:path>
              </a:pathLst>
            </a:custGeom>
            <a:solidFill>
              <a:srgbClr val="D95E52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  <a:defRPr/>
              </a:pPr>
              <a:endParaRPr lang="en-GB" sz="85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26" name="Freeform 25"/>
            <p:cNvSpPr/>
            <p:nvPr/>
          </p:nvSpPr>
          <p:spPr bwMode="auto">
            <a:xfrm>
              <a:off x="7056533" y="3879386"/>
              <a:ext cx="664301" cy="1581139"/>
            </a:xfrm>
            <a:custGeom>
              <a:avLst/>
              <a:gdLst>
                <a:gd name="T0" fmla="*/ 48 w 897"/>
                <a:gd name="T1" fmla="*/ 2135 h 2135"/>
                <a:gd name="T2" fmla="*/ 0 w 897"/>
                <a:gd name="T3" fmla="*/ 2135 h 2135"/>
                <a:gd name="T4" fmla="*/ 0 w 897"/>
                <a:gd name="T5" fmla="*/ 0 h 2135"/>
                <a:gd name="T6" fmla="*/ 897 w 897"/>
                <a:gd name="T7" fmla="*/ 0 h 2135"/>
                <a:gd name="T8" fmla="*/ 897 w 897"/>
                <a:gd name="T9" fmla="*/ 47 h 2135"/>
                <a:gd name="T10" fmla="*/ 48 w 897"/>
                <a:gd name="T11" fmla="*/ 47 h 2135"/>
                <a:gd name="T12" fmla="*/ 48 w 897"/>
                <a:gd name="T13" fmla="*/ 2135 h 2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97" h="2135" fill="norm" stroke="1" extrusionOk="0">
                  <a:moveTo>
                    <a:pt x="48" y="2135"/>
                  </a:moveTo>
                  <a:lnTo>
                    <a:pt x="0" y="2135"/>
                  </a:lnTo>
                  <a:lnTo>
                    <a:pt x="0" y="0"/>
                  </a:lnTo>
                  <a:lnTo>
                    <a:pt x="897" y="0"/>
                  </a:lnTo>
                  <a:lnTo>
                    <a:pt x="897" y="47"/>
                  </a:lnTo>
                  <a:lnTo>
                    <a:pt x="48" y="47"/>
                  </a:lnTo>
                  <a:lnTo>
                    <a:pt x="48" y="213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  <a:defRPr/>
              </a:pPr>
              <a:endParaRPr lang="en-GB" sz="85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27" name="Freeform 26"/>
            <p:cNvSpPr/>
            <p:nvPr/>
          </p:nvSpPr>
          <p:spPr bwMode="auto">
            <a:xfrm>
              <a:off x="7703060" y="3835691"/>
              <a:ext cx="106644" cy="122196"/>
            </a:xfrm>
            <a:custGeom>
              <a:avLst/>
              <a:gdLst>
                <a:gd name="T0" fmla="*/ 0 w 144"/>
                <a:gd name="T1" fmla="*/ 165 h 165"/>
                <a:gd name="T2" fmla="*/ 144 w 144"/>
                <a:gd name="T3" fmla="*/ 83 h 165"/>
                <a:gd name="T4" fmla="*/ 0 w 144"/>
                <a:gd name="T5" fmla="*/ 0 h 165"/>
                <a:gd name="T6" fmla="*/ 0 w 144"/>
                <a:gd name="T7" fmla="*/ 165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4" h="165" fill="norm" stroke="1" extrusionOk="0">
                  <a:moveTo>
                    <a:pt x="0" y="165"/>
                  </a:moveTo>
                  <a:lnTo>
                    <a:pt x="144" y="83"/>
                  </a:lnTo>
                  <a:lnTo>
                    <a:pt x="0" y="0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594234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  <a:defRPr/>
              </a:pPr>
              <a:endParaRPr lang="en-GB" sz="85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28" name="Freeform 27"/>
            <p:cNvSpPr/>
            <p:nvPr/>
          </p:nvSpPr>
          <p:spPr bwMode="auto">
            <a:xfrm>
              <a:off x="6210790" y="2247146"/>
              <a:ext cx="1510044" cy="514703"/>
            </a:xfrm>
            <a:custGeom>
              <a:avLst/>
              <a:gdLst>
                <a:gd name="T0" fmla="*/ 47 w 2039"/>
                <a:gd name="T1" fmla="*/ 695 h 695"/>
                <a:gd name="T2" fmla="*/ 0 w 2039"/>
                <a:gd name="T3" fmla="*/ 695 h 695"/>
                <a:gd name="T4" fmla="*/ 0 w 2039"/>
                <a:gd name="T5" fmla="*/ 0 h 695"/>
                <a:gd name="T6" fmla="*/ 2039 w 2039"/>
                <a:gd name="T7" fmla="*/ 0 h 695"/>
                <a:gd name="T8" fmla="*/ 2039 w 2039"/>
                <a:gd name="T9" fmla="*/ 47 h 695"/>
                <a:gd name="T10" fmla="*/ 47 w 2039"/>
                <a:gd name="T11" fmla="*/ 47 h 695"/>
                <a:gd name="T12" fmla="*/ 47 w 2039"/>
                <a:gd name="T13" fmla="*/ 695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9" h="695" fill="norm" stroke="1" extrusionOk="0">
                  <a:moveTo>
                    <a:pt x="47" y="695"/>
                  </a:moveTo>
                  <a:lnTo>
                    <a:pt x="0" y="695"/>
                  </a:lnTo>
                  <a:lnTo>
                    <a:pt x="0" y="0"/>
                  </a:lnTo>
                  <a:lnTo>
                    <a:pt x="2039" y="0"/>
                  </a:lnTo>
                  <a:lnTo>
                    <a:pt x="2039" y="47"/>
                  </a:lnTo>
                  <a:lnTo>
                    <a:pt x="47" y="47"/>
                  </a:lnTo>
                  <a:lnTo>
                    <a:pt x="47" y="6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  <a:defRPr/>
              </a:pPr>
              <a:endParaRPr lang="en-GB" sz="85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29" name="Freeform 28"/>
            <p:cNvSpPr/>
            <p:nvPr/>
          </p:nvSpPr>
          <p:spPr bwMode="auto">
            <a:xfrm>
              <a:off x="7703060" y="2203452"/>
              <a:ext cx="106644" cy="122936"/>
            </a:xfrm>
            <a:custGeom>
              <a:avLst/>
              <a:gdLst>
                <a:gd name="T0" fmla="*/ 0 w 144"/>
                <a:gd name="T1" fmla="*/ 166 h 166"/>
                <a:gd name="T2" fmla="*/ 144 w 144"/>
                <a:gd name="T3" fmla="*/ 83 h 166"/>
                <a:gd name="T4" fmla="*/ 0 w 144"/>
                <a:gd name="T5" fmla="*/ 0 h 166"/>
                <a:gd name="T6" fmla="*/ 0 w 144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4" h="166" fill="norm" stroke="1" extrusionOk="0">
                  <a:moveTo>
                    <a:pt x="0" y="166"/>
                  </a:moveTo>
                  <a:lnTo>
                    <a:pt x="144" y="83"/>
                  </a:lnTo>
                  <a:lnTo>
                    <a:pt x="0" y="0"/>
                  </a:lnTo>
                  <a:lnTo>
                    <a:pt x="0" y="166"/>
                  </a:lnTo>
                  <a:close/>
                </a:path>
              </a:pathLst>
            </a:custGeom>
            <a:solidFill>
              <a:srgbClr val="75BF95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  <a:defRPr/>
              </a:pPr>
              <a:endParaRPr lang="en-GB" sz="85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30" name="Freeform 29"/>
            <p:cNvSpPr/>
            <p:nvPr/>
          </p:nvSpPr>
          <p:spPr bwMode="auto">
            <a:xfrm>
              <a:off x="4488940" y="3136583"/>
              <a:ext cx="907211" cy="858333"/>
            </a:xfrm>
            <a:custGeom>
              <a:avLst/>
              <a:gdLst>
                <a:gd name="T0" fmla="*/ 1225 w 1225"/>
                <a:gd name="T1" fmla="*/ 1159 h 1159"/>
                <a:gd name="T2" fmla="*/ 88 w 1225"/>
                <a:gd name="T3" fmla="*/ 1159 h 1159"/>
                <a:gd name="T4" fmla="*/ 88 w 1225"/>
                <a:gd name="T5" fmla="*/ 48 h 1159"/>
                <a:gd name="T6" fmla="*/ 0 w 1225"/>
                <a:gd name="T7" fmla="*/ 48 h 1159"/>
                <a:gd name="T8" fmla="*/ 0 w 1225"/>
                <a:gd name="T9" fmla="*/ 0 h 1159"/>
                <a:gd name="T10" fmla="*/ 135 w 1225"/>
                <a:gd name="T11" fmla="*/ 0 h 1159"/>
                <a:gd name="T12" fmla="*/ 135 w 1225"/>
                <a:gd name="T13" fmla="*/ 1112 h 1159"/>
                <a:gd name="T14" fmla="*/ 1225 w 1225"/>
                <a:gd name="T15" fmla="*/ 1112 h 1159"/>
                <a:gd name="T16" fmla="*/ 1225 w 1225"/>
                <a:gd name="T17" fmla="*/ 1159 h 1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25" h="1159" fill="norm" stroke="1" extrusionOk="0">
                  <a:moveTo>
                    <a:pt x="1225" y="1159"/>
                  </a:moveTo>
                  <a:lnTo>
                    <a:pt x="88" y="1159"/>
                  </a:lnTo>
                  <a:lnTo>
                    <a:pt x="88" y="48"/>
                  </a:lnTo>
                  <a:lnTo>
                    <a:pt x="0" y="48"/>
                  </a:lnTo>
                  <a:lnTo>
                    <a:pt x="0" y="0"/>
                  </a:lnTo>
                  <a:lnTo>
                    <a:pt x="135" y="0"/>
                  </a:lnTo>
                  <a:lnTo>
                    <a:pt x="135" y="1112"/>
                  </a:lnTo>
                  <a:lnTo>
                    <a:pt x="1225" y="1112"/>
                  </a:lnTo>
                  <a:lnTo>
                    <a:pt x="1225" y="115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  <a:defRPr/>
              </a:pPr>
              <a:endParaRPr lang="en-GB" sz="85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31" name="Freeform 30"/>
            <p:cNvSpPr/>
            <p:nvPr/>
          </p:nvSpPr>
          <p:spPr bwMode="auto">
            <a:xfrm>
              <a:off x="4399330" y="3092889"/>
              <a:ext cx="107384" cy="122936"/>
            </a:xfrm>
            <a:custGeom>
              <a:avLst/>
              <a:gdLst>
                <a:gd name="T0" fmla="*/ 145 w 145"/>
                <a:gd name="T1" fmla="*/ 0 h 166"/>
                <a:gd name="T2" fmla="*/ 0 w 145"/>
                <a:gd name="T3" fmla="*/ 83 h 166"/>
                <a:gd name="T4" fmla="*/ 145 w 145"/>
                <a:gd name="T5" fmla="*/ 166 h 166"/>
                <a:gd name="T6" fmla="*/ 145 w 145"/>
                <a:gd name="T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5" h="166" fill="norm" stroke="1" extrusionOk="0">
                  <a:moveTo>
                    <a:pt x="145" y="0"/>
                  </a:moveTo>
                  <a:lnTo>
                    <a:pt x="0" y="83"/>
                  </a:lnTo>
                  <a:lnTo>
                    <a:pt x="145" y="166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  <a:defRPr/>
              </a:pPr>
              <a:endParaRPr lang="en-GB" sz="85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32" name="Freeform 31"/>
            <p:cNvSpPr/>
            <p:nvPr/>
          </p:nvSpPr>
          <p:spPr bwMode="auto">
            <a:xfrm>
              <a:off x="4551890" y="4225977"/>
              <a:ext cx="1267873" cy="830191"/>
            </a:xfrm>
            <a:custGeom>
              <a:avLst/>
              <a:gdLst>
                <a:gd name="T0" fmla="*/ 1712 w 1712"/>
                <a:gd name="T1" fmla="*/ 1121 h 1121"/>
                <a:gd name="T2" fmla="*/ 178 w 1712"/>
                <a:gd name="T3" fmla="*/ 1121 h 1121"/>
                <a:gd name="T4" fmla="*/ 178 w 1712"/>
                <a:gd name="T5" fmla="*/ 47 h 1121"/>
                <a:gd name="T6" fmla="*/ 0 w 1712"/>
                <a:gd name="T7" fmla="*/ 47 h 1121"/>
                <a:gd name="T8" fmla="*/ 0 w 1712"/>
                <a:gd name="T9" fmla="*/ 0 h 1121"/>
                <a:gd name="T10" fmla="*/ 225 w 1712"/>
                <a:gd name="T11" fmla="*/ 0 h 1121"/>
                <a:gd name="T12" fmla="*/ 225 w 1712"/>
                <a:gd name="T13" fmla="*/ 1074 h 1121"/>
                <a:gd name="T14" fmla="*/ 1712 w 1712"/>
                <a:gd name="T15" fmla="*/ 1074 h 1121"/>
                <a:gd name="T16" fmla="*/ 1712 w 1712"/>
                <a:gd name="T17" fmla="*/ 1121 h 1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12" h="1121" fill="norm" stroke="1" extrusionOk="0">
                  <a:moveTo>
                    <a:pt x="1712" y="1121"/>
                  </a:moveTo>
                  <a:lnTo>
                    <a:pt x="178" y="1121"/>
                  </a:lnTo>
                  <a:lnTo>
                    <a:pt x="178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25" y="0"/>
                  </a:lnTo>
                  <a:lnTo>
                    <a:pt x="225" y="1074"/>
                  </a:lnTo>
                  <a:lnTo>
                    <a:pt x="1712" y="1074"/>
                  </a:lnTo>
                  <a:lnTo>
                    <a:pt x="1712" y="112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  <a:defRPr/>
              </a:pPr>
              <a:endParaRPr lang="en-GB" sz="85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33" name="Freeform 32"/>
            <p:cNvSpPr/>
            <p:nvPr/>
          </p:nvSpPr>
          <p:spPr bwMode="auto">
            <a:xfrm>
              <a:off x="4464501" y="4182283"/>
              <a:ext cx="105162" cy="122936"/>
            </a:xfrm>
            <a:custGeom>
              <a:avLst/>
              <a:gdLst>
                <a:gd name="T0" fmla="*/ 142 w 142"/>
                <a:gd name="T1" fmla="*/ 0 h 166"/>
                <a:gd name="T2" fmla="*/ 0 w 142"/>
                <a:gd name="T3" fmla="*/ 83 h 166"/>
                <a:gd name="T4" fmla="*/ 142 w 142"/>
                <a:gd name="T5" fmla="*/ 166 h 166"/>
                <a:gd name="T6" fmla="*/ 142 w 142"/>
                <a:gd name="T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166" fill="norm" stroke="1" extrusionOk="0">
                  <a:moveTo>
                    <a:pt x="142" y="0"/>
                  </a:moveTo>
                  <a:lnTo>
                    <a:pt x="0" y="83"/>
                  </a:lnTo>
                  <a:lnTo>
                    <a:pt x="142" y="166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rgbClr val="D99E30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  <a:defRPr/>
              </a:pPr>
              <a:endParaRPr lang="en-GB" sz="85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34" name="Freeform 33"/>
            <p:cNvSpPr/>
            <p:nvPr/>
          </p:nvSpPr>
          <p:spPr bwMode="auto">
            <a:xfrm>
              <a:off x="4054959" y="5723431"/>
              <a:ext cx="645786" cy="404357"/>
            </a:xfrm>
            <a:custGeom>
              <a:avLst/>
              <a:gdLst>
                <a:gd name="T0" fmla="*/ 872 w 872"/>
                <a:gd name="T1" fmla="*/ 546 h 546"/>
                <a:gd name="T2" fmla="*/ 0 w 872"/>
                <a:gd name="T3" fmla="*/ 546 h 546"/>
                <a:gd name="T4" fmla="*/ 0 w 872"/>
                <a:gd name="T5" fmla="*/ 0 h 546"/>
                <a:gd name="T6" fmla="*/ 47 w 872"/>
                <a:gd name="T7" fmla="*/ 0 h 546"/>
                <a:gd name="T8" fmla="*/ 47 w 872"/>
                <a:gd name="T9" fmla="*/ 499 h 546"/>
                <a:gd name="T10" fmla="*/ 872 w 872"/>
                <a:gd name="T11" fmla="*/ 499 h 546"/>
                <a:gd name="T12" fmla="*/ 872 w 872"/>
                <a:gd name="T13" fmla="*/ 546 h 5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72" h="546" fill="norm" stroke="1" extrusionOk="0">
                  <a:moveTo>
                    <a:pt x="872" y="546"/>
                  </a:moveTo>
                  <a:lnTo>
                    <a:pt x="0" y="546"/>
                  </a:lnTo>
                  <a:lnTo>
                    <a:pt x="0" y="0"/>
                  </a:lnTo>
                  <a:lnTo>
                    <a:pt x="47" y="0"/>
                  </a:lnTo>
                  <a:lnTo>
                    <a:pt x="47" y="499"/>
                  </a:lnTo>
                  <a:lnTo>
                    <a:pt x="872" y="499"/>
                  </a:lnTo>
                  <a:lnTo>
                    <a:pt x="872" y="5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  <a:defRPr/>
              </a:pPr>
              <a:endParaRPr lang="en-GB" sz="85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35" name="Freeform 34"/>
            <p:cNvSpPr/>
            <p:nvPr/>
          </p:nvSpPr>
          <p:spPr bwMode="auto">
            <a:xfrm>
              <a:off x="4010525" y="5636042"/>
              <a:ext cx="122936" cy="104422"/>
            </a:xfrm>
            <a:custGeom>
              <a:avLst/>
              <a:gdLst>
                <a:gd name="T0" fmla="*/ 166 w 166"/>
                <a:gd name="T1" fmla="*/ 141 h 141"/>
                <a:gd name="T2" fmla="*/ 83 w 166"/>
                <a:gd name="T3" fmla="*/ 0 h 141"/>
                <a:gd name="T4" fmla="*/ 0 w 166"/>
                <a:gd name="T5" fmla="*/ 141 h 141"/>
                <a:gd name="T6" fmla="*/ 166 w 166"/>
                <a:gd name="T7" fmla="*/ 141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6" h="141" fill="norm" stroke="1" extrusionOk="0">
                  <a:moveTo>
                    <a:pt x="166" y="141"/>
                  </a:moveTo>
                  <a:lnTo>
                    <a:pt x="83" y="0"/>
                  </a:lnTo>
                  <a:lnTo>
                    <a:pt x="0" y="141"/>
                  </a:lnTo>
                  <a:lnTo>
                    <a:pt x="166" y="141"/>
                  </a:lnTo>
                  <a:close/>
                </a:path>
              </a:pathLst>
            </a:custGeom>
            <a:solidFill>
              <a:srgbClr val="75BF95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  <a:defRPr/>
              </a:pPr>
              <a:endParaRPr lang="en-GB" sz="850"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1956099799" name="Group 37"/>
          <p:cNvGrpSpPr/>
          <p:nvPr/>
        </p:nvGrpSpPr>
        <p:grpSpPr bwMode="auto">
          <a:xfrm>
            <a:off x="8736753" y="2566683"/>
            <a:ext cx="2085109" cy="702873"/>
            <a:chOff x="9720774" y="2761849"/>
            <a:chExt cx="2511867" cy="767479"/>
          </a:xfrm>
        </p:grpSpPr>
        <p:sp>
          <p:nvSpPr>
            <p:cNvPr id="36" name="TextBox 35"/>
            <p:cNvSpPr txBox="1"/>
            <p:nvPr/>
          </p:nvSpPr>
          <p:spPr bwMode="auto">
            <a:xfrm>
              <a:off x="9726738" y="2761849"/>
              <a:ext cx="1513973" cy="28229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sz="14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请替换文字内容</a:t>
              </a:r>
              <a:endParaRPr lang="en-GB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37" name="Rectangle 36"/>
            <p:cNvSpPr/>
            <p:nvPr/>
          </p:nvSpPr>
          <p:spPr bwMode="auto">
            <a:xfrm>
              <a:off x="9720774" y="3060235"/>
              <a:ext cx="2511867" cy="469093"/>
            </a:xfrm>
            <a:prstGeom prst="rect">
              <a:avLst/>
            </a:prstGeom>
            <a:grp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en-US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Please replace text, click add relevant headline, modify the text content, also can copy your content to this directly.</a:t>
              </a:r>
              <a:endParaRPr lang="en-GB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1217015951" name="Group 38"/>
          <p:cNvGrpSpPr/>
          <p:nvPr/>
        </p:nvGrpSpPr>
        <p:grpSpPr bwMode="auto">
          <a:xfrm>
            <a:off x="8736752" y="3683835"/>
            <a:ext cx="2085111" cy="716466"/>
            <a:chOff x="9720773" y="2761849"/>
            <a:chExt cx="2511870" cy="782321"/>
          </a:xfrm>
        </p:grpSpPr>
        <p:sp>
          <p:nvSpPr>
            <p:cNvPr id="40" name="TextBox 39"/>
            <p:cNvSpPr txBox="1"/>
            <p:nvPr/>
          </p:nvSpPr>
          <p:spPr bwMode="auto">
            <a:xfrm>
              <a:off x="9720773" y="2761849"/>
              <a:ext cx="1513974" cy="28229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sz="14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请替换文字内容</a:t>
              </a:r>
              <a:endParaRPr lang="en-GB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41" name="Rectangle 40"/>
            <p:cNvSpPr/>
            <p:nvPr/>
          </p:nvSpPr>
          <p:spPr bwMode="auto">
            <a:xfrm>
              <a:off x="9720775" y="3060235"/>
              <a:ext cx="2511868" cy="483935"/>
            </a:xfrm>
            <a:prstGeom prst="rect">
              <a:avLst/>
            </a:prstGeom>
            <a:grp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en-US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Please replace text, click add relevant headline, modify the text content, also can copy your content to this directly.</a:t>
              </a:r>
              <a:endParaRPr lang="en-GB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1732672533" name="Group 41"/>
          <p:cNvGrpSpPr/>
          <p:nvPr/>
        </p:nvGrpSpPr>
        <p:grpSpPr bwMode="auto">
          <a:xfrm>
            <a:off x="8736752" y="4802712"/>
            <a:ext cx="2085111" cy="716466"/>
            <a:chOff x="9720772" y="2761849"/>
            <a:chExt cx="2511870" cy="782321"/>
          </a:xfrm>
        </p:grpSpPr>
        <p:sp>
          <p:nvSpPr>
            <p:cNvPr id="43" name="TextBox 42"/>
            <p:cNvSpPr txBox="1"/>
            <p:nvPr/>
          </p:nvSpPr>
          <p:spPr bwMode="auto">
            <a:xfrm>
              <a:off x="9720772" y="2761849"/>
              <a:ext cx="1513973" cy="28229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sz="14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请替换文字内容</a:t>
              </a:r>
              <a:endParaRPr lang="en-GB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44" name="Rectangle 43"/>
            <p:cNvSpPr/>
            <p:nvPr/>
          </p:nvSpPr>
          <p:spPr bwMode="auto">
            <a:xfrm>
              <a:off x="9720773" y="3060235"/>
              <a:ext cx="2511869" cy="483935"/>
            </a:xfrm>
            <a:prstGeom prst="rect">
              <a:avLst/>
            </a:prstGeom>
            <a:grp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en-US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Please replace text, click add relevant headline, modify the text content, also can copy your content to this directly.</a:t>
              </a:r>
              <a:endParaRPr lang="en-GB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602160800" name="Group 44"/>
          <p:cNvGrpSpPr/>
          <p:nvPr/>
        </p:nvGrpSpPr>
        <p:grpSpPr bwMode="auto">
          <a:xfrm flipH="1">
            <a:off x="2061029" y="2566686"/>
            <a:ext cx="2107425" cy="716464"/>
            <a:chOff x="9720775" y="2761849"/>
            <a:chExt cx="2343012" cy="782319"/>
          </a:xfrm>
        </p:grpSpPr>
        <p:sp>
          <p:nvSpPr>
            <p:cNvPr id="46" name="TextBox 45"/>
            <p:cNvSpPr txBox="1"/>
            <p:nvPr/>
          </p:nvSpPr>
          <p:spPr bwMode="auto">
            <a:xfrm>
              <a:off x="9747982" y="2761849"/>
              <a:ext cx="1527914" cy="28229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zh-CN" sz="14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请替换文字内容</a:t>
              </a:r>
              <a:endParaRPr lang="en-GB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47" name="Rectangle 46"/>
            <p:cNvSpPr/>
            <p:nvPr/>
          </p:nvSpPr>
          <p:spPr bwMode="auto">
            <a:xfrm>
              <a:off x="9720775" y="3060233"/>
              <a:ext cx="2343012" cy="483935"/>
            </a:xfrm>
            <a:prstGeom prst="rect">
              <a:avLst/>
            </a:prstGeom>
            <a:grpFill/>
          </p:spPr>
          <p:txBody>
            <a:bodyPr wrap="square" lIns="0" tIns="0" rIns="0" bIns="0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Please replace text, click add relevant headline, modify the text content, also can copy your content to this directly.</a:t>
              </a:r>
              <a:endParaRPr lang="en-GB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1608587367" name="Group 47"/>
          <p:cNvGrpSpPr/>
          <p:nvPr/>
        </p:nvGrpSpPr>
        <p:grpSpPr bwMode="auto">
          <a:xfrm flipH="1">
            <a:off x="2057866" y="3683836"/>
            <a:ext cx="2124855" cy="716464"/>
            <a:chOff x="9701397" y="2761849"/>
            <a:chExt cx="2362389" cy="782319"/>
          </a:xfrm>
        </p:grpSpPr>
        <p:sp>
          <p:nvSpPr>
            <p:cNvPr id="49" name="TextBox 48"/>
            <p:cNvSpPr txBox="1"/>
            <p:nvPr/>
          </p:nvSpPr>
          <p:spPr bwMode="auto">
            <a:xfrm>
              <a:off x="9701397" y="2761849"/>
              <a:ext cx="1527914" cy="25793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zh-CN" sz="14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请替换文字内容</a:t>
              </a:r>
              <a:endParaRPr lang="en-GB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50" name="Rectangle 49"/>
            <p:cNvSpPr/>
            <p:nvPr/>
          </p:nvSpPr>
          <p:spPr bwMode="auto">
            <a:xfrm>
              <a:off x="9720775" y="3060233"/>
              <a:ext cx="2343012" cy="483935"/>
            </a:xfrm>
            <a:prstGeom prst="rect">
              <a:avLst/>
            </a:prstGeom>
            <a:grpFill/>
          </p:spPr>
          <p:txBody>
            <a:bodyPr wrap="square" lIns="0" tIns="0" rIns="0" bIns="0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Please replace text, click add relevant headline, modify the text content, also can copy your content to this directly.</a:t>
              </a:r>
              <a:endParaRPr lang="en-GB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478434727" name="Group 50"/>
          <p:cNvGrpSpPr/>
          <p:nvPr/>
        </p:nvGrpSpPr>
        <p:grpSpPr bwMode="auto">
          <a:xfrm flipH="1">
            <a:off x="2061029" y="4802712"/>
            <a:ext cx="2107425" cy="702871"/>
            <a:chOff x="9720775" y="2761849"/>
            <a:chExt cx="2343012" cy="767477"/>
          </a:xfrm>
        </p:grpSpPr>
        <p:sp>
          <p:nvSpPr>
            <p:cNvPr id="52" name="TextBox 51"/>
            <p:cNvSpPr txBox="1"/>
            <p:nvPr/>
          </p:nvSpPr>
          <p:spPr bwMode="auto">
            <a:xfrm>
              <a:off x="9768597" y="2761849"/>
              <a:ext cx="1527914" cy="28229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zh-CN" sz="14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请替换文字内容</a:t>
              </a:r>
              <a:endParaRPr lang="en-GB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53" name="Rectangle 52"/>
            <p:cNvSpPr/>
            <p:nvPr/>
          </p:nvSpPr>
          <p:spPr bwMode="auto">
            <a:xfrm>
              <a:off x="9720775" y="3060233"/>
              <a:ext cx="2343012" cy="469093"/>
            </a:xfrm>
            <a:prstGeom prst="rect">
              <a:avLst/>
            </a:prstGeom>
            <a:grpFill/>
          </p:spPr>
          <p:txBody>
            <a:bodyPr wrap="square" lIns="0" tIns="0" rIns="0" bIns="0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Please replace text, click add relevant headline, modify the text content, also can copy your content to this directly.</a:t>
              </a:r>
              <a:endParaRPr lang="en-GB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sp>
        <p:nvSpPr>
          <p:cNvPr id="916127996" name="TextBox 8"/>
          <p:cNvSpPr txBox="1"/>
          <p:nvPr/>
        </p:nvSpPr>
        <p:spPr bwMode="auto"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en-US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2030</a:t>
            </a:r>
            <a:r>
              <a:rPr lang="zh-CN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年度</a:t>
            </a:r>
            <a:r>
              <a:rPr lang="zh-CN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工作概述</a:t>
            </a:r>
            <a:endParaRPr lang="zh-CN" sz="40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1798428552" name="TextBox 8"/>
          <p:cNvSpPr txBox="1"/>
          <p:nvPr/>
        </p:nvSpPr>
        <p:spPr bwMode="auto">
          <a:xfrm>
            <a:off x="5025515" y="743527"/>
            <a:ext cx="2807720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2030 </a:t>
            </a: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ANNUAL WORK SUMMARY</a:t>
            </a:r>
            <a:endParaRPr lang="zh-CN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grpSp>
        <p:nvGrpSpPr>
          <p:cNvPr id="793882091" name="组合 55"/>
          <p:cNvGrpSpPr/>
          <p:nvPr/>
        </p:nvGrpSpPr>
        <p:grpSpPr bwMode="auto"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57" name="直接连接符 56"/>
            <p:cNvCxnSpPr/>
            <p:nvPr/>
          </p:nvCxnSpPr>
          <p:spPr bwMode="auto"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 bwMode="auto"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68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946814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94681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94681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60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2160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58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08587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434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78434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99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56099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015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17015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67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3267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94342523" name="Group 155"/>
          <p:cNvGrpSpPr/>
          <p:nvPr/>
        </p:nvGrpSpPr>
        <p:grpSpPr bwMode="auto">
          <a:xfrm>
            <a:off x="1575380" y="2616525"/>
            <a:ext cx="5176130" cy="2982307"/>
            <a:chOff x="803822" y="1016361"/>
            <a:chExt cx="7536357" cy="2044618"/>
          </a:xfrm>
        </p:grpSpPr>
        <p:cxnSp>
          <p:nvCxnSpPr>
            <p:cNvPr id="149" name="Straight Connector 148"/>
            <p:cNvCxnSpPr/>
            <p:nvPr/>
          </p:nvCxnSpPr>
          <p:spPr bwMode="auto">
            <a:xfrm>
              <a:off x="803822" y="1016361"/>
              <a:ext cx="753635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/>
          </p:nvCxnSpPr>
          <p:spPr bwMode="auto">
            <a:xfrm>
              <a:off x="803822" y="1357131"/>
              <a:ext cx="753635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/>
          </p:nvCxnSpPr>
          <p:spPr bwMode="auto">
            <a:xfrm>
              <a:off x="803822" y="1697901"/>
              <a:ext cx="753635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/>
          </p:nvCxnSpPr>
          <p:spPr bwMode="auto">
            <a:xfrm>
              <a:off x="803822" y="2038671"/>
              <a:ext cx="753635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/>
          </p:nvCxnSpPr>
          <p:spPr bwMode="auto">
            <a:xfrm>
              <a:off x="803822" y="2379441"/>
              <a:ext cx="753635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/>
          </p:nvCxnSpPr>
          <p:spPr bwMode="auto">
            <a:xfrm>
              <a:off x="803822" y="2720211"/>
              <a:ext cx="753635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/>
          </p:nvCxnSpPr>
          <p:spPr bwMode="auto">
            <a:xfrm>
              <a:off x="803822" y="3060979"/>
              <a:ext cx="753635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781089" name="Group 279"/>
          <p:cNvGrpSpPr/>
          <p:nvPr/>
        </p:nvGrpSpPr>
        <p:grpSpPr bwMode="auto">
          <a:xfrm>
            <a:off x="2028556" y="3174810"/>
            <a:ext cx="678703" cy="678698"/>
            <a:chOff x="846989" y="1401020"/>
            <a:chExt cx="877416" cy="877416"/>
          </a:xfrm>
        </p:grpSpPr>
        <p:sp>
          <p:nvSpPr>
            <p:cNvPr id="102" name="Teardrop 101"/>
            <p:cNvSpPr/>
            <p:nvPr/>
          </p:nvSpPr>
          <p:spPr bwMode="auto">
            <a:xfrm rot="8099999">
              <a:off x="846989" y="1401020"/>
              <a:ext cx="877416" cy="877416"/>
            </a:xfrm>
            <a:prstGeom prst="teardrop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endParaRPr lang="en-US" sz="1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05" name="Oval 104"/>
            <p:cNvSpPr/>
            <p:nvPr/>
          </p:nvSpPr>
          <p:spPr bwMode="auto">
            <a:xfrm>
              <a:off x="981458" y="1537516"/>
              <a:ext cx="608478" cy="6084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20000"/>
                </a:lnSpc>
                <a:defRPr/>
              </a:pPr>
              <a:r>
                <a:rPr lang="en-US" sz="12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90%</a:t>
              </a:r>
              <a:endParaRPr lang="en-US" sz="1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2127876566" name="Group 279"/>
          <p:cNvGrpSpPr/>
          <p:nvPr/>
        </p:nvGrpSpPr>
        <p:grpSpPr bwMode="auto">
          <a:xfrm>
            <a:off x="2819507" y="2236715"/>
            <a:ext cx="678703" cy="678698"/>
            <a:chOff x="846989" y="1401020"/>
            <a:chExt cx="877416" cy="877416"/>
          </a:xfrm>
        </p:grpSpPr>
        <p:sp>
          <p:nvSpPr>
            <p:cNvPr id="109" name="Teardrop 108"/>
            <p:cNvSpPr/>
            <p:nvPr/>
          </p:nvSpPr>
          <p:spPr bwMode="auto">
            <a:xfrm rot="8099999">
              <a:off x="846989" y="1401020"/>
              <a:ext cx="877416" cy="877416"/>
            </a:xfrm>
            <a:prstGeom prst="teardrop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endParaRPr lang="en-US" sz="1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12" name="Oval 111"/>
            <p:cNvSpPr/>
            <p:nvPr/>
          </p:nvSpPr>
          <p:spPr bwMode="auto">
            <a:xfrm>
              <a:off x="981458" y="1537516"/>
              <a:ext cx="608478" cy="6084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20000"/>
                </a:lnSpc>
                <a:defRPr/>
              </a:pPr>
              <a:r>
                <a:rPr lang="en-US" sz="12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80%</a:t>
              </a:r>
              <a:endParaRPr lang="en-US" sz="1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1746417372" name="Group 279"/>
          <p:cNvGrpSpPr/>
          <p:nvPr/>
        </p:nvGrpSpPr>
        <p:grpSpPr bwMode="auto">
          <a:xfrm>
            <a:off x="3750035" y="1899397"/>
            <a:ext cx="678703" cy="678698"/>
            <a:chOff x="846989" y="1401020"/>
            <a:chExt cx="877416" cy="877416"/>
          </a:xfrm>
        </p:grpSpPr>
        <p:sp>
          <p:nvSpPr>
            <p:cNvPr id="118" name="Teardrop 117"/>
            <p:cNvSpPr/>
            <p:nvPr/>
          </p:nvSpPr>
          <p:spPr bwMode="auto">
            <a:xfrm rot="8099999">
              <a:off x="846989" y="1401020"/>
              <a:ext cx="877416" cy="877416"/>
            </a:xfrm>
            <a:prstGeom prst="teardrop">
              <a:avLst>
                <a:gd name="adj" fmla="val 100000"/>
              </a:avLst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endParaRPr lang="en-US" sz="1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21" name="Oval 120"/>
            <p:cNvSpPr/>
            <p:nvPr/>
          </p:nvSpPr>
          <p:spPr bwMode="auto">
            <a:xfrm>
              <a:off x="981458" y="1537516"/>
              <a:ext cx="608478" cy="6084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20000"/>
                </a:lnSpc>
                <a:defRPr/>
              </a:pPr>
              <a:r>
                <a:rPr lang="en-US" sz="12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70%</a:t>
              </a:r>
              <a:endParaRPr lang="en-US" sz="1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sp>
        <p:nvSpPr>
          <p:cNvPr id="813903736" name="TextBox 64"/>
          <p:cNvSpPr txBox="1"/>
          <p:nvPr/>
        </p:nvSpPr>
        <p:spPr bwMode="auto">
          <a:xfrm>
            <a:off x="2064895" y="5741859"/>
            <a:ext cx="615553" cy="2215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sz="1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文字</a:t>
            </a:r>
            <a:r>
              <a:rPr lang="zh-CN" sz="1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内容</a:t>
            </a:r>
            <a:endParaRPr lang="en-US" sz="1200">
              <a:solidFill>
                <a:schemeClr val="bg1">
                  <a:lumMod val="65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sp>
        <p:nvSpPr>
          <p:cNvPr id="1523064283" name="TextBox 72"/>
          <p:cNvSpPr txBox="1"/>
          <p:nvPr/>
        </p:nvSpPr>
        <p:spPr bwMode="auto">
          <a:xfrm>
            <a:off x="2931779" y="5741859"/>
            <a:ext cx="615553" cy="2024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sz="1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文字内容</a:t>
            </a:r>
            <a:endParaRPr lang="en-US" sz="1200">
              <a:solidFill>
                <a:schemeClr val="bg1">
                  <a:lumMod val="65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sp>
        <p:nvSpPr>
          <p:cNvPr id="2083350862" name="TextBox 76"/>
          <p:cNvSpPr txBox="1"/>
          <p:nvPr/>
        </p:nvSpPr>
        <p:spPr bwMode="auto">
          <a:xfrm>
            <a:off x="3798662" y="5741859"/>
            <a:ext cx="615553" cy="2024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sz="1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文字内容</a:t>
            </a:r>
            <a:endParaRPr lang="en-US" sz="1200">
              <a:solidFill>
                <a:schemeClr val="bg1">
                  <a:lumMod val="65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sp>
        <p:nvSpPr>
          <p:cNvPr id="807989409" name="Freeform 6"/>
          <p:cNvSpPr/>
          <p:nvPr/>
        </p:nvSpPr>
        <p:spPr bwMode="auto">
          <a:xfrm>
            <a:off x="2242485" y="3027263"/>
            <a:ext cx="1822613" cy="2559355"/>
          </a:xfrm>
          <a:custGeom>
            <a:avLst/>
            <a:gdLst>
              <a:gd name="T0" fmla="*/ 3360 w 3360"/>
              <a:gd name="T1" fmla="*/ 2115 h 2115"/>
              <a:gd name="T2" fmla="*/ 1680 w 3360"/>
              <a:gd name="T3" fmla="*/ 0 h 2115"/>
              <a:gd name="T4" fmla="*/ 0 w 3360"/>
              <a:gd name="T5" fmla="*/ 2115 h 2115"/>
              <a:gd name="T6" fmla="*/ 3360 w 3360"/>
              <a:gd name="T7" fmla="*/ 2115 h 2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60" h="2115" fill="norm" stroke="1" extrusionOk="0">
                <a:moveTo>
                  <a:pt x="3360" y="2115"/>
                </a:moveTo>
                <a:cubicBezTo>
                  <a:pt x="3360" y="2115"/>
                  <a:pt x="1956" y="1734"/>
                  <a:pt x="1680" y="0"/>
                </a:cubicBezTo>
                <a:cubicBezTo>
                  <a:pt x="1404" y="1734"/>
                  <a:pt x="0" y="2115"/>
                  <a:pt x="0" y="2115"/>
                </a:cubicBezTo>
                <a:lnTo>
                  <a:pt x="3360" y="2115"/>
                </a:ln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txBody>
          <a:bodyPr vert="horz" wrap="square" lIns="111664" tIns="55832" rIns="111664" bIns="55832" numCol="1" anchor="t" anchorCtr="0" compatLnSpc="1"/>
          <a:lstStyle/>
          <a:p>
            <a:pPr algn="ctr">
              <a:lnSpc>
                <a:spcPct val="120000"/>
              </a:lnSpc>
              <a:defRPr/>
            </a:pPr>
            <a:endParaRPr lang="en-US" sz="800">
              <a:solidFill>
                <a:schemeClr val="bg1">
                  <a:lumMod val="65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sp>
        <p:nvSpPr>
          <p:cNvPr id="2043053877" name="Freeform 6"/>
          <p:cNvSpPr/>
          <p:nvPr/>
        </p:nvSpPr>
        <p:spPr bwMode="auto">
          <a:xfrm>
            <a:off x="3998369" y="3027263"/>
            <a:ext cx="1822613" cy="2559355"/>
          </a:xfrm>
          <a:custGeom>
            <a:avLst/>
            <a:gdLst>
              <a:gd name="T0" fmla="*/ 3360 w 3360"/>
              <a:gd name="T1" fmla="*/ 2115 h 2115"/>
              <a:gd name="T2" fmla="*/ 1680 w 3360"/>
              <a:gd name="T3" fmla="*/ 0 h 2115"/>
              <a:gd name="T4" fmla="*/ 0 w 3360"/>
              <a:gd name="T5" fmla="*/ 2115 h 2115"/>
              <a:gd name="T6" fmla="*/ 3360 w 3360"/>
              <a:gd name="T7" fmla="*/ 2115 h 2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60" h="2115" fill="norm" stroke="1" extrusionOk="0">
                <a:moveTo>
                  <a:pt x="3360" y="2115"/>
                </a:moveTo>
                <a:cubicBezTo>
                  <a:pt x="3360" y="2115"/>
                  <a:pt x="1956" y="1734"/>
                  <a:pt x="1680" y="0"/>
                </a:cubicBezTo>
                <a:cubicBezTo>
                  <a:pt x="1404" y="1734"/>
                  <a:pt x="0" y="2115"/>
                  <a:pt x="0" y="2115"/>
                </a:cubicBezTo>
                <a:lnTo>
                  <a:pt x="3360" y="2115"/>
                </a:lnTo>
                <a:close/>
              </a:path>
            </a:pathLst>
          </a:custGeom>
          <a:solidFill>
            <a:schemeClr val="accent4">
              <a:alpha val="90000"/>
            </a:schemeClr>
          </a:solidFill>
          <a:ln>
            <a:noFill/>
          </a:ln>
        </p:spPr>
        <p:txBody>
          <a:bodyPr vert="horz" wrap="square" lIns="111664" tIns="55832" rIns="111664" bIns="55832" numCol="1" anchor="t" anchorCtr="0" compatLnSpc="1"/>
          <a:lstStyle/>
          <a:p>
            <a:pPr algn="ctr">
              <a:lnSpc>
                <a:spcPct val="120000"/>
              </a:lnSpc>
              <a:defRPr/>
            </a:pPr>
            <a:endParaRPr lang="en-US" sz="800">
              <a:solidFill>
                <a:schemeClr val="bg1">
                  <a:lumMod val="65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sp>
        <p:nvSpPr>
          <p:cNvPr id="2140528348" name="Freeform 6"/>
          <p:cNvSpPr/>
          <p:nvPr/>
        </p:nvSpPr>
        <p:spPr bwMode="auto">
          <a:xfrm>
            <a:off x="1678340" y="3987021"/>
            <a:ext cx="1388657" cy="1599598"/>
          </a:xfrm>
          <a:custGeom>
            <a:avLst/>
            <a:gdLst>
              <a:gd name="T0" fmla="*/ 3360 w 3360"/>
              <a:gd name="T1" fmla="*/ 2115 h 2115"/>
              <a:gd name="T2" fmla="*/ 1680 w 3360"/>
              <a:gd name="T3" fmla="*/ 0 h 2115"/>
              <a:gd name="T4" fmla="*/ 0 w 3360"/>
              <a:gd name="T5" fmla="*/ 2115 h 2115"/>
              <a:gd name="T6" fmla="*/ 3360 w 3360"/>
              <a:gd name="T7" fmla="*/ 2115 h 2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60" h="2115" fill="norm" stroke="1" extrusionOk="0">
                <a:moveTo>
                  <a:pt x="3360" y="2115"/>
                </a:moveTo>
                <a:cubicBezTo>
                  <a:pt x="3360" y="2115"/>
                  <a:pt x="1956" y="1734"/>
                  <a:pt x="1680" y="0"/>
                </a:cubicBezTo>
                <a:cubicBezTo>
                  <a:pt x="1404" y="1734"/>
                  <a:pt x="0" y="2115"/>
                  <a:pt x="0" y="2115"/>
                </a:cubicBezTo>
                <a:lnTo>
                  <a:pt x="3360" y="2115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txBody>
          <a:bodyPr vert="horz" wrap="square" lIns="111664" tIns="55832" rIns="111664" bIns="55832" numCol="1" anchor="t" anchorCtr="0" compatLnSpc="1"/>
          <a:lstStyle/>
          <a:p>
            <a:pPr algn="ctr">
              <a:lnSpc>
                <a:spcPct val="120000"/>
              </a:lnSpc>
              <a:defRPr/>
            </a:pPr>
            <a:endParaRPr lang="en-US" sz="800">
              <a:solidFill>
                <a:schemeClr val="bg1">
                  <a:lumMod val="65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sp>
        <p:nvSpPr>
          <p:cNvPr id="739501989" name="Freeform 6"/>
          <p:cNvSpPr/>
          <p:nvPr/>
        </p:nvSpPr>
        <p:spPr bwMode="auto">
          <a:xfrm>
            <a:off x="3066998" y="2707343"/>
            <a:ext cx="2050439" cy="2879275"/>
          </a:xfrm>
          <a:custGeom>
            <a:avLst/>
            <a:gdLst>
              <a:gd name="T0" fmla="*/ 3360 w 3360"/>
              <a:gd name="T1" fmla="*/ 2115 h 2115"/>
              <a:gd name="T2" fmla="*/ 1680 w 3360"/>
              <a:gd name="T3" fmla="*/ 0 h 2115"/>
              <a:gd name="T4" fmla="*/ 0 w 3360"/>
              <a:gd name="T5" fmla="*/ 2115 h 2115"/>
              <a:gd name="T6" fmla="*/ 3360 w 3360"/>
              <a:gd name="T7" fmla="*/ 2115 h 2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60" h="2115" fill="norm" stroke="1" extrusionOk="0">
                <a:moveTo>
                  <a:pt x="3360" y="2115"/>
                </a:moveTo>
                <a:cubicBezTo>
                  <a:pt x="3360" y="2115"/>
                  <a:pt x="1956" y="1734"/>
                  <a:pt x="1680" y="0"/>
                </a:cubicBezTo>
                <a:cubicBezTo>
                  <a:pt x="1404" y="1734"/>
                  <a:pt x="0" y="2115"/>
                  <a:pt x="0" y="2115"/>
                </a:cubicBezTo>
                <a:lnTo>
                  <a:pt x="3360" y="2115"/>
                </a:lnTo>
                <a:close/>
              </a:path>
            </a:pathLst>
          </a:custGeom>
          <a:solidFill>
            <a:schemeClr val="accent3">
              <a:alpha val="90000"/>
            </a:schemeClr>
          </a:solidFill>
          <a:ln>
            <a:noFill/>
          </a:ln>
        </p:spPr>
        <p:txBody>
          <a:bodyPr vert="horz" wrap="square" lIns="111664" tIns="55832" rIns="111664" bIns="55832" numCol="1" anchor="t" anchorCtr="0" compatLnSpc="1"/>
          <a:lstStyle/>
          <a:p>
            <a:pPr algn="ctr">
              <a:lnSpc>
                <a:spcPct val="120000"/>
              </a:lnSpc>
              <a:defRPr/>
            </a:pPr>
            <a:endParaRPr lang="en-US" sz="800">
              <a:solidFill>
                <a:schemeClr val="bg1">
                  <a:lumMod val="65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sp>
        <p:nvSpPr>
          <p:cNvPr id="1796033120" name="Freeform 6"/>
          <p:cNvSpPr/>
          <p:nvPr/>
        </p:nvSpPr>
        <p:spPr bwMode="auto">
          <a:xfrm>
            <a:off x="4928898" y="3471760"/>
            <a:ext cx="1822613" cy="2114858"/>
          </a:xfrm>
          <a:custGeom>
            <a:avLst/>
            <a:gdLst>
              <a:gd name="T0" fmla="*/ 3360 w 3360"/>
              <a:gd name="T1" fmla="*/ 2115 h 2115"/>
              <a:gd name="T2" fmla="*/ 1680 w 3360"/>
              <a:gd name="T3" fmla="*/ 0 h 2115"/>
              <a:gd name="T4" fmla="*/ 0 w 3360"/>
              <a:gd name="T5" fmla="*/ 2115 h 2115"/>
              <a:gd name="T6" fmla="*/ 3360 w 3360"/>
              <a:gd name="T7" fmla="*/ 2115 h 2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60" h="2115" fill="norm" stroke="1" extrusionOk="0">
                <a:moveTo>
                  <a:pt x="3360" y="2115"/>
                </a:moveTo>
                <a:cubicBezTo>
                  <a:pt x="3360" y="2115"/>
                  <a:pt x="1956" y="1734"/>
                  <a:pt x="1680" y="0"/>
                </a:cubicBezTo>
                <a:cubicBezTo>
                  <a:pt x="1404" y="1734"/>
                  <a:pt x="0" y="2115"/>
                  <a:pt x="0" y="2115"/>
                </a:cubicBezTo>
                <a:lnTo>
                  <a:pt x="3360" y="2115"/>
                </a:lnTo>
                <a:close/>
              </a:path>
            </a:pathLst>
          </a:custGeom>
          <a:solidFill>
            <a:schemeClr val="accent5">
              <a:alpha val="90000"/>
            </a:schemeClr>
          </a:solidFill>
          <a:ln>
            <a:noFill/>
          </a:ln>
        </p:spPr>
        <p:txBody>
          <a:bodyPr vert="horz" wrap="square" lIns="111664" tIns="55832" rIns="111664" bIns="55832" numCol="1" anchor="t" anchorCtr="0" compatLnSpc="1"/>
          <a:lstStyle/>
          <a:p>
            <a:pPr algn="ctr">
              <a:lnSpc>
                <a:spcPct val="120000"/>
              </a:lnSpc>
              <a:defRPr/>
            </a:pPr>
            <a:endParaRPr lang="en-US" sz="800">
              <a:solidFill>
                <a:schemeClr val="bg1">
                  <a:lumMod val="65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grpSp>
        <p:nvGrpSpPr>
          <p:cNvPr id="682148636" name="Group 279"/>
          <p:cNvGrpSpPr/>
          <p:nvPr/>
        </p:nvGrpSpPr>
        <p:grpSpPr bwMode="auto">
          <a:xfrm>
            <a:off x="4577914" y="2232646"/>
            <a:ext cx="678703" cy="678697"/>
            <a:chOff x="846989" y="1401020"/>
            <a:chExt cx="877416" cy="877416"/>
          </a:xfrm>
        </p:grpSpPr>
        <p:sp>
          <p:nvSpPr>
            <p:cNvPr id="167" name="Teardrop 166"/>
            <p:cNvSpPr/>
            <p:nvPr/>
          </p:nvSpPr>
          <p:spPr bwMode="auto">
            <a:xfrm rot="8099999">
              <a:off x="846989" y="1401020"/>
              <a:ext cx="877416" cy="877416"/>
            </a:xfrm>
            <a:prstGeom prst="teardrop">
              <a:avLst>
                <a:gd name="adj" fmla="val 100000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endParaRPr lang="en-US" sz="1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68" name="Oval 167"/>
            <p:cNvSpPr/>
            <p:nvPr/>
          </p:nvSpPr>
          <p:spPr bwMode="auto">
            <a:xfrm>
              <a:off x="981458" y="1537516"/>
              <a:ext cx="608478" cy="6084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20000"/>
                </a:lnSpc>
                <a:defRPr/>
              </a:pPr>
              <a:r>
                <a:rPr lang="en-US" sz="12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70%</a:t>
              </a:r>
              <a:endParaRPr lang="en-US" sz="1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1092602428" name="Group 279"/>
          <p:cNvGrpSpPr/>
          <p:nvPr/>
        </p:nvGrpSpPr>
        <p:grpSpPr bwMode="auto">
          <a:xfrm>
            <a:off x="5506410" y="2639753"/>
            <a:ext cx="678703" cy="678697"/>
            <a:chOff x="846989" y="1401020"/>
            <a:chExt cx="877416" cy="877416"/>
          </a:xfrm>
        </p:grpSpPr>
        <p:sp>
          <p:nvSpPr>
            <p:cNvPr id="171" name="Teardrop 170"/>
            <p:cNvSpPr/>
            <p:nvPr/>
          </p:nvSpPr>
          <p:spPr bwMode="auto">
            <a:xfrm rot="8099999">
              <a:off x="846989" y="1401020"/>
              <a:ext cx="877416" cy="877416"/>
            </a:xfrm>
            <a:prstGeom prst="teardrop">
              <a:avLst>
                <a:gd name="adj" fmla="val 100000"/>
              </a:avLst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endParaRPr lang="en-US" sz="1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72" name="Oval 171"/>
            <p:cNvSpPr/>
            <p:nvPr/>
          </p:nvSpPr>
          <p:spPr bwMode="auto">
            <a:xfrm>
              <a:off x="981458" y="1537516"/>
              <a:ext cx="608478" cy="6084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20000"/>
                </a:lnSpc>
                <a:defRPr/>
              </a:pPr>
              <a:r>
                <a:rPr lang="en-US" sz="12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70%</a:t>
              </a:r>
              <a:endParaRPr lang="en-US" sz="1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sp>
        <p:nvSpPr>
          <p:cNvPr id="101492770" name="TextBox 172"/>
          <p:cNvSpPr txBox="1"/>
          <p:nvPr/>
        </p:nvSpPr>
        <p:spPr bwMode="auto">
          <a:xfrm>
            <a:off x="4665545" y="5741859"/>
            <a:ext cx="615553" cy="2024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sz="1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文字内容</a:t>
            </a:r>
            <a:endParaRPr lang="en-US" sz="1200">
              <a:solidFill>
                <a:schemeClr val="bg1">
                  <a:lumMod val="65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sp>
        <p:nvSpPr>
          <p:cNvPr id="716759100" name="TextBox 173"/>
          <p:cNvSpPr txBox="1"/>
          <p:nvPr/>
        </p:nvSpPr>
        <p:spPr bwMode="auto">
          <a:xfrm>
            <a:off x="5532430" y="5741859"/>
            <a:ext cx="615553" cy="2024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sz="1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文字内容</a:t>
            </a:r>
            <a:endParaRPr lang="en-US" sz="1200">
              <a:solidFill>
                <a:schemeClr val="bg1">
                  <a:lumMod val="65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sp>
        <p:nvSpPr>
          <p:cNvPr id="1831261960" name="Rectangle 164"/>
          <p:cNvSpPr/>
          <p:nvPr/>
        </p:nvSpPr>
        <p:spPr bwMode="auto">
          <a:xfrm>
            <a:off x="10350845" y="5198226"/>
            <a:ext cx="714939" cy="51321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800">
                <a:solidFill>
                  <a:schemeClr val="accent2"/>
                </a:solidFill>
                <a:latin typeface="Arial"/>
                <a:ea typeface="微软雅黑"/>
                <a:cs typeface="+mn-ea"/>
              </a:rPr>
              <a:t>80%</a:t>
            </a:r>
            <a:endParaRPr lang="en-US" sz="2800">
              <a:solidFill>
                <a:schemeClr val="accent2"/>
              </a:solidFill>
              <a:latin typeface="Arial"/>
              <a:ea typeface="微软雅黑"/>
              <a:cs typeface="+mn-ea"/>
            </a:endParaRPr>
          </a:p>
        </p:txBody>
      </p:sp>
      <p:sp>
        <p:nvSpPr>
          <p:cNvPr id="477630523" name="Rectangle 165"/>
          <p:cNvSpPr/>
          <p:nvPr/>
        </p:nvSpPr>
        <p:spPr bwMode="auto">
          <a:xfrm>
            <a:off x="10350845" y="4267697"/>
            <a:ext cx="714939" cy="51321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800">
                <a:solidFill>
                  <a:schemeClr val="accent1"/>
                </a:solidFill>
                <a:latin typeface="Arial"/>
                <a:ea typeface="微软雅黑"/>
                <a:cs typeface="+mn-ea"/>
              </a:rPr>
              <a:t>50%</a:t>
            </a:r>
            <a:endParaRPr lang="en-US" sz="2800">
              <a:solidFill>
                <a:schemeClr val="accent1"/>
              </a:solidFill>
              <a:latin typeface="Arial"/>
              <a:ea typeface="微软雅黑"/>
              <a:cs typeface="+mn-ea"/>
            </a:endParaRPr>
          </a:p>
        </p:txBody>
      </p:sp>
      <p:grpSp>
        <p:nvGrpSpPr>
          <p:cNvPr id="1700212567" name="Group 87"/>
          <p:cNvGrpSpPr/>
          <p:nvPr/>
        </p:nvGrpSpPr>
        <p:grpSpPr bwMode="auto">
          <a:xfrm>
            <a:off x="7009043" y="5097283"/>
            <a:ext cx="3133741" cy="659261"/>
            <a:chOff x="609600" y="2841943"/>
            <a:chExt cx="2660838" cy="559774"/>
          </a:xfrm>
        </p:grpSpPr>
        <p:grpSp>
          <p:nvGrpSpPr>
            <p:cNvPr id="176" name="Group 184"/>
            <p:cNvGrpSpPr/>
            <p:nvPr/>
          </p:nvGrpSpPr>
          <p:grpSpPr bwMode="auto">
            <a:xfrm>
              <a:off x="609600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204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  <p:sp>
            <p:nvSpPr>
              <p:cNvPr id="205" name="Freeform 99"/>
              <p:cNvSpPr/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 fill="norm" stroke="1" extrusionOk="0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</p:grpSp>
        <p:grpSp>
          <p:nvGrpSpPr>
            <p:cNvPr id="177" name="Group 184"/>
            <p:cNvGrpSpPr/>
            <p:nvPr/>
          </p:nvGrpSpPr>
          <p:grpSpPr bwMode="auto">
            <a:xfrm>
              <a:off x="876277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202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  <p:sp>
            <p:nvSpPr>
              <p:cNvPr id="203" name="Freeform 99"/>
              <p:cNvSpPr/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 fill="norm" stroke="1" extrusionOk="0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</p:grpSp>
        <p:grpSp>
          <p:nvGrpSpPr>
            <p:cNvPr id="178" name="Group 184"/>
            <p:cNvGrpSpPr/>
            <p:nvPr/>
          </p:nvGrpSpPr>
          <p:grpSpPr bwMode="auto">
            <a:xfrm>
              <a:off x="1142954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200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  <p:sp>
            <p:nvSpPr>
              <p:cNvPr id="201" name="Freeform 99"/>
              <p:cNvSpPr/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 fill="norm" stroke="1" extrusionOk="0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</p:grpSp>
        <p:grpSp>
          <p:nvGrpSpPr>
            <p:cNvPr id="179" name="Group 184"/>
            <p:cNvGrpSpPr/>
            <p:nvPr/>
          </p:nvGrpSpPr>
          <p:grpSpPr bwMode="auto">
            <a:xfrm>
              <a:off x="1409631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198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  <p:sp>
            <p:nvSpPr>
              <p:cNvPr id="199" name="Freeform 99"/>
              <p:cNvSpPr/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 fill="norm" stroke="1" extrusionOk="0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</p:grpSp>
        <p:grpSp>
          <p:nvGrpSpPr>
            <p:cNvPr id="180" name="Group 184"/>
            <p:cNvGrpSpPr/>
            <p:nvPr/>
          </p:nvGrpSpPr>
          <p:grpSpPr bwMode="auto">
            <a:xfrm>
              <a:off x="1676308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196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  <p:sp>
            <p:nvSpPr>
              <p:cNvPr id="197" name="Freeform 99"/>
              <p:cNvSpPr/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 fill="norm" stroke="1" extrusionOk="0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</p:grpSp>
        <p:grpSp>
          <p:nvGrpSpPr>
            <p:cNvPr id="181" name="Group 184"/>
            <p:cNvGrpSpPr/>
            <p:nvPr/>
          </p:nvGrpSpPr>
          <p:grpSpPr bwMode="auto">
            <a:xfrm>
              <a:off x="1942985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194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  <p:sp>
            <p:nvSpPr>
              <p:cNvPr id="195" name="Freeform 99"/>
              <p:cNvSpPr/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 fill="norm" stroke="1" extrusionOk="0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</p:grpSp>
        <p:grpSp>
          <p:nvGrpSpPr>
            <p:cNvPr id="182" name="Group 184"/>
            <p:cNvGrpSpPr/>
            <p:nvPr/>
          </p:nvGrpSpPr>
          <p:grpSpPr bwMode="auto">
            <a:xfrm>
              <a:off x="2209662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192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  <p:sp>
            <p:nvSpPr>
              <p:cNvPr id="193" name="Freeform 99"/>
              <p:cNvSpPr/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 fill="norm" stroke="1" extrusionOk="0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</p:grpSp>
        <p:grpSp>
          <p:nvGrpSpPr>
            <p:cNvPr id="183" name="Group 184"/>
            <p:cNvGrpSpPr/>
            <p:nvPr/>
          </p:nvGrpSpPr>
          <p:grpSpPr bwMode="auto">
            <a:xfrm>
              <a:off x="2476339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190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  <p:sp>
            <p:nvSpPr>
              <p:cNvPr id="191" name="Freeform 99"/>
              <p:cNvSpPr/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 fill="norm" stroke="1" extrusionOk="0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</p:grpSp>
        <p:grpSp>
          <p:nvGrpSpPr>
            <p:cNvPr id="184" name="Group 184"/>
            <p:cNvGrpSpPr/>
            <p:nvPr/>
          </p:nvGrpSpPr>
          <p:grpSpPr bwMode="auto">
            <a:xfrm>
              <a:off x="2743016" y="2841943"/>
              <a:ext cx="260742" cy="559774"/>
              <a:chOff x="6213475" y="1668463"/>
              <a:chExt cx="227013" cy="487362"/>
            </a:xfrm>
            <a:solidFill>
              <a:schemeClr val="bg1">
                <a:lumMod val="75000"/>
              </a:schemeClr>
            </a:solidFill>
          </p:grpSpPr>
          <p:sp>
            <p:nvSpPr>
              <p:cNvPr id="188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grpFill/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  <p:sp>
            <p:nvSpPr>
              <p:cNvPr id="189" name="Freeform 99"/>
              <p:cNvSpPr/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 fill="norm" stroke="1" extrusionOk="0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</p:grpSp>
        <p:grpSp>
          <p:nvGrpSpPr>
            <p:cNvPr id="185" name="Group 184"/>
            <p:cNvGrpSpPr/>
            <p:nvPr/>
          </p:nvGrpSpPr>
          <p:grpSpPr bwMode="auto">
            <a:xfrm>
              <a:off x="3009696" y="2841943"/>
              <a:ext cx="260742" cy="559774"/>
              <a:chOff x="6213475" y="1668463"/>
              <a:chExt cx="227013" cy="487362"/>
            </a:xfrm>
            <a:solidFill>
              <a:schemeClr val="bg1">
                <a:lumMod val="75000"/>
              </a:schemeClr>
            </a:solidFill>
          </p:grpSpPr>
          <p:sp>
            <p:nvSpPr>
              <p:cNvPr id="186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grpFill/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  <p:sp>
            <p:nvSpPr>
              <p:cNvPr id="187" name="Freeform 99"/>
              <p:cNvSpPr/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 fill="norm" stroke="1" extrusionOk="0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</p:grpSp>
      </p:grpSp>
      <p:grpSp>
        <p:nvGrpSpPr>
          <p:cNvPr id="1696621663" name="Group 212"/>
          <p:cNvGrpSpPr/>
          <p:nvPr/>
        </p:nvGrpSpPr>
        <p:grpSpPr bwMode="auto">
          <a:xfrm>
            <a:off x="7054050" y="4174643"/>
            <a:ext cx="3030666" cy="697708"/>
            <a:chOff x="5932686" y="2855964"/>
            <a:chExt cx="2449314" cy="563870"/>
          </a:xfrm>
        </p:grpSpPr>
        <p:grpSp>
          <p:nvGrpSpPr>
            <p:cNvPr id="207" name="Group 179"/>
            <p:cNvGrpSpPr/>
            <p:nvPr/>
          </p:nvGrpSpPr>
          <p:grpSpPr bwMode="auto">
            <a:xfrm>
              <a:off x="5932686" y="2855964"/>
              <a:ext cx="220321" cy="563870"/>
              <a:chOff x="5054600" y="1652588"/>
              <a:chExt cx="187325" cy="479424"/>
            </a:xfrm>
            <a:solidFill>
              <a:schemeClr val="accent4"/>
            </a:solidFill>
          </p:grpSpPr>
          <p:sp>
            <p:nvSpPr>
              <p:cNvPr id="235" name="Freeform 96"/>
              <p:cNvSpPr/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 fill="norm" stroke="1" extrusionOk="0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  <p:sp>
            <p:nvSpPr>
              <p:cNvPr id="236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</p:grpSp>
        <p:grpSp>
          <p:nvGrpSpPr>
            <p:cNvPr id="208" name="Group 179"/>
            <p:cNvGrpSpPr/>
            <p:nvPr/>
          </p:nvGrpSpPr>
          <p:grpSpPr bwMode="auto">
            <a:xfrm>
              <a:off x="6180352" y="2855964"/>
              <a:ext cx="220321" cy="563870"/>
              <a:chOff x="5054600" y="1652588"/>
              <a:chExt cx="187325" cy="479424"/>
            </a:xfrm>
            <a:solidFill>
              <a:schemeClr val="accent4"/>
            </a:solidFill>
          </p:grpSpPr>
          <p:sp>
            <p:nvSpPr>
              <p:cNvPr id="233" name="Freeform 96"/>
              <p:cNvSpPr/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 fill="norm" stroke="1" extrusionOk="0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  <p:sp>
            <p:nvSpPr>
              <p:cNvPr id="234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</p:grpSp>
        <p:grpSp>
          <p:nvGrpSpPr>
            <p:cNvPr id="209" name="Group 179"/>
            <p:cNvGrpSpPr/>
            <p:nvPr/>
          </p:nvGrpSpPr>
          <p:grpSpPr bwMode="auto">
            <a:xfrm>
              <a:off x="6428018" y="2855964"/>
              <a:ext cx="220321" cy="563870"/>
              <a:chOff x="5054600" y="1652588"/>
              <a:chExt cx="187325" cy="479424"/>
            </a:xfrm>
            <a:solidFill>
              <a:schemeClr val="accent4"/>
            </a:solidFill>
          </p:grpSpPr>
          <p:sp>
            <p:nvSpPr>
              <p:cNvPr id="231" name="Freeform 96"/>
              <p:cNvSpPr/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 fill="norm" stroke="1" extrusionOk="0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  <p:sp>
            <p:nvSpPr>
              <p:cNvPr id="232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</p:grpSp>
        <p:grpSp>
          <p:nvGrpSpPr>
            <p:cNvPr id="210" name="Group 179"/>
            <p:cNvGrpSpPr/>
            <p:nvPr/>
          </p:nvGrpSpPr>
          <p:grpSpPr bwMode="auto">
            <a:xfrm>
              <a:off x="6675684" y="2855964"/>
              <a:ext cx="220321" cy="563870"/>
              <a:chOff x="5054600" y="1652588"/>
              <a:chExt cx="187325" cy="479424"/>
            </a:xfrm>
            <a:solidFill>
              <a:schemeClr val="accent4"/>
            </a:solidFill>
          </p:grpSpPr>
          <p:sp>
            <p:nvSpPr>
              <p:cNvPr id="229" name="Freeform 96"/>
              <p:cNvSpPr/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 fill="norm" stroke="1" extrusionOk="0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  <p:sp>
            <p:nvSpPr>
              <p:cNvPr id="230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</p:grpSp>
        <p:grpSp>
          <p:nvGrpSpPr>
            <p:cNvPr id="211" name="Group 179"/>
            <p:cNvGrpSpPr/>
            <p:nvPr/>
          </p:nvGrpSpPr>
          <p:grpSpPr bwMode="auto">
            <a:xfrm>
              <a:off x="6923350" y="2855964"/>
              <a:ext cx="220321" cy="563870"/>
              <a:chOff x="5054600" y="1652588"/>
              <a:chExt cx="187325" cy="479424"/>
            </a:xfrm>
            <a:solidFill>
              <a:schemeClr val="accent4"/>
            </a:solidFill>
          </p:grpSpPr>
          <p:sp>
            <p:nvSpPr>
              <p:cNvPr id="227" name="Freeform 96"/>
              <p:cNvSpPr/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 fill="norm" stroke="1" extrusionOk="0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  <p:sp>
            <p:nvSpPr>
              <p:cNvPr id="228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</p:grpSp>
        <p:grpSp>
          <p:nvGrpSpPr>
            <p:cNvPr id="212" name="Group 179"/>
            <p:cNvGrpSpPr/>
            <p:nvPr/>
          </p:nvGrpSpPr>
          <p:grpSpPr bwMode="auto">
            <a:xfrm>
              <a:off x="7171017" y="2855964"/>
              <a:ext cx="220321" cy="563870"/>
              <a:chOff x="5054600" y="1652588"/>
              <a:chExt cx="187325" cy="479424"/>
            </a:xfrm>
            <a:solidFill>
              <a:schemeClr val="bg1">
                <a:lumMod val="75000"/>
              </a:schemeClr>
            </a:solidFill>
          </p:grpSpPr>
          <p:sp>
            <p:nvSpPr>
              <p:cNvPr id="225" name="Freeform 96"/>
              <p:cNvSpPr/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 fill="norm" stroke="1" extrusionOk="0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  <p:sp>
            <p:nvSpPr>
              <p:cNvPr id="226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</p:grpSp>
        <p:grpSp>
          <p:nvGrpSpPr>
            <p:cNvPr id="213" name="Group 179"/>
            <p:cNvGrpSpPr/>
            <p:nvPr/>
          </p:nvGrpSpPr>
          <p:grpSpPr bwMode="auto">
            <a:xfrm>
              <a:off x="7418683" y="2855964"/>
              <a:ext cx="220321" cy="563870"/>
              <a:chOff x="5054600" y="1652588"/>
              <a:chExt cx="187325" cy="479424"/>
            </a:xfrm>
            <a:solidFill>
              <a:schemeClr val="bg1">
                <a:lumMod val="75000"/>
              </a:schemeClr>
            </a:solidFill>
          </p:grpSpPr>
          <p:sp>
            <p:nvSpPr>
              <p:cNvPr id="223" name="Freeform 96"/>
              <p:cNvSpPr/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 fill="norm" stroke="1" extrusionOk="0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  <p:sp>
            <p:nvSpPr>
              <p:cNvPr id="224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</p:grpSp>
        <p:grpSp>
          <p:nvGrpSpPr>
            <p:cNvPr id="214" name="Group 179"/>
            <p:cNvGrpSpPr/>
            <p:nvPr/>
          </p:nvGrpSpPr>
          <p:grpSpPr bwMode="auto">
            <a:xfrm>
              <a:off x="7666349" y="2855964"/>
              <a:ext cx="220321" cy="563870"/>
              <a:chOff x="5054600" y="1652588"/>
              <a:chExt cx="187325" cy="479424"/>
            </a:xfrm>
            <a:solidFill>
              <a:schemeClr val="bg1">
                <a:lumMod val="75000"/>
              </a:schemeClr>
            </a:solidFill>
          </p:grpSpPr>
          <p:sp>
            <p:nvSpPr>
              <p:cNvPr id="221" name="Freeform 96"/>
              <p:cNvSpPr/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 fill="norm" stroke="1" extrusionOk="0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  <p:sp>
            <p:nvSpPr>
              <p:cNvPr id="222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</p:grpSp>
        <p:grpSp>
          <p:nvGrpSpPr>
            <p:cNvPr id="215" name="Group 179"/>
            <p:cNvGrpSpPr/>
            <p:nvPr/>
          </p:nvGrpSpPr>
          <p:grpSpPr bwMode="auto">
            <a:xfrm>
              <a:off x="7914015" y="2855964"/>
              <a:ext cx="220321" cy="563870"/>
              <a:chOff x="5054600" y="1652588"/>
              <a:chExt cx="187325" cy="479424"/>
            </a:xfrm>
            <a:solidFill>
              <a:schemeClr val="bg1">
                <a:lumMod val="75000"/>
              </a:schemeClr>
            </a:solidFill>
          </p:grpSpPr>
          <p:sp>
            <p:nvSpPr>
              <p:cNvPr id="219" name="Freeform 96"/>
              <p:cNvSpPr/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 fill="norm" stroke="1" extrusionOk="0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  <p:sp>
            <p:nvSpPr>
              <p:cNvPr id="220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</p:grpSp>
        <p:grpSp>
          <p:nvGrpSpPr>
            <p:cNvPr id="216" name="Group 179"/>
            <p:cNvGrpSpPr/>
            <p:nvPr/>
          </p:nvGrpSpPr>
          <p:grpSpPr bwMode="auto">
            <a:xfrm>
              <a:off x="8161679" y="2855964"/>
              <a:ext cx="220321" cy="563870"/>
              <a:chOff x="5054600" y="1652588"/>
              <a:chExt cx="187325" cy="479424"/>
            </a:xfrm>
            <a:solidFill>
              <a:schemeClr val="bg1">
                <a:lumMod val="75000"/>
              </a:schemeClr>
            </a:solidFill>
          </p:grpSpPr>
          <p:sp>
            <p:nvSpPr>
              <p:cNvPr id="217" name="Freeform 96"/>
              <p:cNvSpPr/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 fill="norm" stroke="1" extrusionOk="0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  <p:sp>
            <p:nvSpPr>
              <p:cNvPr id="218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</p:grpSp>
      </p:grpSp>
      <p:sp>
        <p:nvSpPr>
          <p:cNvPr id="2022655365" name="TextBox 228"/>
          <p:cNvSpPr txBox="1"/>
          <p:nvPr/>
        </p:nvSpPr>
        <p:spPr bwMode="auto">
          <a:xfrm>
            <a:off x="7749855" y="2547483"/>
            <a:ext cx="3527513" cy="4296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116965"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Please replace text, click add relevant headline, modify the text content, also can copy your content to this </a:t>
            </a: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directly.Please</a:t>
            </a: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 replace text, click add relevant headline, modify the text content, also can copy your content to this directly.</a:t>
            </a:r>
            <a:endParaRPr lang="en-US" sz="800">
              <a:solidFill>
                <a:schemeClr val="bg1">
                  <a:lumMod val="65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sp>
        <p:nvSpPr>
          <p:cNvPr id="1004086591" name="TextBox 229"/>
          <p:cNvSpPr txBox="1"/>
          <p:nvPr/>
        </p:nvSpPr>
        <p:spPr bwMode="auto">
          <a:xfrm>
            <a:off x="7033656" y="2196931"/>
            <a:ext cx="1883658" cy="2585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请替换文字内容</a:t>
            </a:r>
            <a:endParaRPr lang="en-US" sz="1400">
              <a:solidFill>
                <a:schemeClr val="bg1">
                  <a:lumMod val="65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sp>
        <p:nvSpPr>
          <p:cNvPr id="289243931" name="Rectangle 230"/>
          <p:cNvSpPr/>
          <p:nvPr/>
        </p:nvSpPr>
        <p:spPr bwMode="auto">
          <a:xfrm>
            <a:off x="7011955" y="2537846"/>
            <a:ext cx="714939" cy="51321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800">
                <a:solidFill>
                  <a:schemeClr val="accent1"/>
                </a:solidFill>
                <a:latin typeface="Arial"/>
                <a:ea typeface="微软雅黑"/>
                <a:cs typeface="+mn-ea"/>
              </a:rPr>
              <a:t>80%</a:t>
            </a:r>
            <a:endParaRPr lang="en-US" sz="2800">
              <a:solidFill>
                <a:schemeClr val="accent1"/>
              </a:solidFill>
              <a:latin typeface="Arial"/>
              <a:ea typeface="微软雅黑"/>
              <a:cs typeface="+mn-ea"/>
            </a:endParaRPr>
          </a:p>
        </p:txBody>
      </p:sp>
      <p:sp>
        <p:nvSpPr>
          <p:cNvPr id="1105450341" name="TextBox 231"/>
          <p:cNvSpPr txBox="1"/>
          <p:nvPr/>
        </p:nvSpPr>
        <p:spPr bwMode="auto">
          <a:xfrm>
            <a:off x="7011955" y="3295994"/>
            <a:ext cx="4265413" cy="5782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116965">
              <a:lnSpc>
                <a:spcPct val="120000"/>
              </a:lnSpc>
              <a:spcBef>
                <a:spcPts val="0"/>
              </a:spcBef>
              <a:defRPr/>
            </a:pP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Please replace text, click add relevant headline, modify the text content, also can copy your content to this </a:t>
            </a: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directly.Please</a:t>
            </a: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 replace text, click add relevant headline, modify the text content, also can copy your content to this </a:t>
            </a: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directly.Please</a:t>
            </a: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 replace text, click add relevant headline, modify the text content, also can copy your content to this directly.</a:t>
            </a:r>
            <a:endParaRPr lang="en-US" sz="800">
              <a:solidFill>
                <a:schemeClr val="bg1">
                  <a:lumMod val="65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sp>
        <p:nvSpPr>
          <p:cNvPr id="1893980786" name="TextBox 8"/>
          <p:cNvSpPr txBox="1"/>
          <p:nvPr/>
        </p:nvSpPr>
        <p:spPr bwMode="auto"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en-US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2030</a:t>
            </a:r>
            <a:r>
              <a:rPr lang="zh-CN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年度</a:t>
            </a:r>
            <a:r>
              <a:rPr lang="zh-CN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工作概述</a:t>
            </a:r>
            <a:endParaRPr lang="zh-CN" sz="40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1238511821" name="TextBox 8"/>
          <p:cNvSpPr txBox="1"/>
          <p:nvPr/>
        </p:nvSpPr>
        <p:spPr bwMode="auto">
          <a:xfrm>
            <a:off x="5025515" y="743527"/>
            <a:ext cx="2807720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2030 </a:t>
            </a: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ANNUAL WORK SUMMARY</a:t>
            </a:r>
            <a:endParaRPr lang="zh-CN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grpSp>
        <p:nvGrpSpPr>
          <p:cNvPr id="436193019" name="组合 105"/>
          <p:cNvGrpSpPr/>
          <p:nvPr/>
        </p:nvGrpSpPr>
        <p:grpSpPr bwMode="auto"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107" name="直接连接符 106"/>
            <p:cNvCxnSpPr/>
            <p:nvPr/>
          </p:nvCxnSpPr>
          <p:spPr bwMode="auto"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 bwMode="auto"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342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094342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528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40528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40528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8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9781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9781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90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1390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989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07989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07989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787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27876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27876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06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2306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50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39501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39501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417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46417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46417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350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083350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3053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43053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43053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148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82148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82148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9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0149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033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796033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796033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0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092602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092602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75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716759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086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004086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243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89243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65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02265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0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45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105450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62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696621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000"/>
                            </p:stCondLst>
                            <p:childTnLst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63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477630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3500"/>
                            </p:stCondLst>
                            <p:childTnLst>
                              <p:par>
                                <p:cTn id="10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1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170021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4000"/>
                            </p:stCondLst>
                            <p:childTnLst>
                              <p:par>
                                <p:cTn id="1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126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1831261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3903736" grpId="0"/>
      <p:bldP spid="1523064283" grpId="0"/>
      <p:bldP spid="2083350862" grpId="0"/>
      <p:bldP spid="807989409" grpId="0" animBg="1"/>
      <p:bldP spid="2043053877" grpId="0" animBg="1"/>
      <p:bldP spid="2140528348" grpId="0" animBg="1"/>
      <p:bldP spid="739501989" grpId="0" animBg="1"/>
      <p:bldP spid="1796033120" grpId="0" animBg="1"/>
      <p:bldP spid="101492770" grpId="0"/>
      <p:bldP spid="716759100" grpId="0"/>
      <p:bldP spid="1831261960" grpId="0"/>
      <p:bldP spid="477630523" grpId="0"/>
      <p:bldP spid="2022655365" grpId="0"/>
      <p:bldP spid="1004086591" grpId="0"/>
      <p:bldP spid="289243931" grpId="0"/>
      <p:bldP spid="110545034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40475371" name="Group 20"/>
          <p:cNvGrpSpPr/>
          <p:nvPr/>
        </p:nvGrpSpPr>
        <p:grpSpPr bwMode="auto">
          <a:xfrm flipH="1">
            <a:off x="5166172" y="4675839"/>
            <a:ext cx="1613003" cy="1227831"/>
            <a:chOff x="4250639" y="3537480"/>
            <a:chExt cx="1529450" cy="1164230"/>
          </a:xfrm>
        </p:grpSpPr>
        <p:sp>
          <p:nvSpPr>
            <p:cNvPr id="22" name="Freeform 21"/>
            <p:cNvSpPr/>
            <p:nvPr/>
          </p:nvSpPr>
          <p:spPr bwMode="auto">
            <a:xfrm>
              <a:off x="4250639" y="3537480"/>
              <a:ext cx="1529450" cy="1164230"/>
            </a:xfrm>
            <a:custGeom>
              <a:avLst/>
              <a:gdLst>
                <a:gd name="T0" fmla="*/ 192 w 813"/>
                <a:gd name="T1" fmla="*/ 556 h 619"/>
                <a:gd name="T2" fmla="*/ 637 w 813"/>
                <a:gd name="T3" fmla="*/ 535 h 619"/>
                <a:gd name="T4" fmla="*/ 637 w 813"/>
                <a:gd name="T5" fmla="*/ 535 h 619"/>
                <a:gd name="T6" fmla="*/ 783 w 813"/>
                <a:gd name="T7" fmla="*/ 348 h 619"/>
                <a:gd name="T8" fmla="*/ 575 w 813"/>
                <a:gd name="T9" fmla="*/ 31 h 619"/>
                <a:gd name="T10" fmla="*/ 258 w 813"/>
                <a:gd name="T11" fmla="*/ 238 h 619"/>
                <a:gd name="T12" fmla="*/ 342 w 813"/>
                <a:gd name="T13" fmla="*/ 494 h 619"/>
                <a:gd name="T14" fmla="*/ 220 w 813"/>
                <a:gd name="T15" fmla="*/ 472 h 619"/>
                <a:gd name="T16" fmla="*/ 241 w 813"/>
                <a:gd name="T17" fmla="*/ 408 h 619"/>
                <a:gd name="T18" fmla="*/ 0 w 813"/>
                <a:gd name="T19" fmla="*/ 379 h 619"/>
                <a:gd name="T20" fmla="*/ 171 w 813"/>
                <a:gd name="T21" fmla="*/ 619 h 619"/>
                <a:gd name="T22" fmla="*/ 192 w 813"/>
                <a:gd name="T23" fmla="*/ 556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13" h="619" fill="norm" stroke="1" extrusionOk="0">
                  <a:moveTo>
                    <a:pt x="192" y="556"/>
                  </a:moveTo>
                  <a:cubicBezTo>
                    <a:pt x="319" y="598"/>
                    <a:pt x="511" y="596"/>
                    <a:pt x="637" y="535"/>
                  </a:cubicBezTo>
                  <a:cubicBezTo>
                    <a:pt x="637" y="535"/>
                    <a:pt x="638" y="536"/>
                    <a:pt x="637" y="535"/>
                  </a:cubicBezTo>
                  <a:cubicBezTo>
                    <a:pt x="710" y="500"/>
                    <a:pt x="765" y="432"/>
                    <a:pt x="783" y="348"/>
                  </a:cubicBezTo>
                  <a:cubicBezTo>
                    <a:pt x="813" y="203"/>
                    <a:pt x="720" y="61"/>
                    <a:pt x="575" y="31"/>
                  </a:cubicBezTo>
                  <a:cubicBezTo>
                    <a:pt x="430" y="0"/>
                    <a:pt x="288" y="93"/>
                    <a:pt x="258" y="238"/>
                  </a:cubicBezTo>
                  <a:cubicBezTo>
                    <a:pt x="237" y="336"/>
                    <a:pt x="273" y="432"/>
                    <a:pt x="342" y="494"/>
                  </a:cubicBezTo>
                  <a:cubicBezTo>
                    <a:pt x="301" y="492"/>
                    <a:pt x="260" y="485"/>
                    <a:pt x="220" y="472"/>
                  </a:cubicBezTo>
                  <a:cubicBezTo>
                    <a:pt x="227" y="451"/>
                    <a:pt x="234" y="429"/>
                    <a:pt x="241" y="408"/>
                  </a:cubicBezTo>
                  <a:cubicBezTo>
                    <a:pt x="170" y="424"/>
                    <a:pt x="85" y="418"/>
                    <a:pt x="0" y="379"/>
                  </a:cubicBezTo>
                  <a:cubicBezTo>
                    <a:pt x="30" y="468"/>
                    <a:pt x="87" y="553"/>
                    <a:pt x="171" y="619"/>
                  </a:cubicBezTo>
                  <a:cubicBezTo>
                    <a:pt x="178" y="598"/>
                    <a:pt x="185" y="577"/>
                    <a:pt x="192" y="5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6435" tIns="48218" rIns="96435" bIns="48218" numCol="1" anchor="t" anchorCtr="0" compatLnSpc="1"/>
            <a:lstStyle/>
            <a:p>
              <a:pPr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80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23" name="Oval 22"/>
            <p:cNvSpPr/>
            <p:nvPr/>
          </p:nvSpPr>
          <p:spPr bwMode="auto">
            <a:xfrm>
              <a:off x="4946647" y="3804569"/>
              <a:ext cx="551192" cy="55119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80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24" name="Shape 1849"/>
            <p:cNvSpPr/>
            <p:nvPr/>
          </p:nvSpPr>
          <p:spPr bwMode="auto">
            <a:xfrm flipH="1">
              <a:off x="5071935" y="3959885"/>
              <a:ext cx="329565" cy="2650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0" h="21363" fill="norm" stroke="1" extrusionOk="0">
                  <a:moveTo>
                    <a:pt x="7274" y="21020"/>
                  </a:moveTo>
                  <a:cubicBezTo>
                    <a:pt x="7274" y="21376"/>
                    <a:pt x="7435" y="21475"/>
                    <a:pt x="7659" y="21222"/>
                  </a:cubicBezTo>
                  <a:cubicBezTo>
                    <a:pt x="7951" y="20894"/>
                    <a:pt x="10973" y="17529"/>
                    <a:pt x="10973" y="17529"/>
                  </a:cubicBezTo>
                  <a:lnTo>
                    <a:pt x="7274" y="15153"/>
                  </a:lnTo>
                  <a:cubicBezTo>
                    <a:pt x="7274" y="15153"/>
                    <a:pt x="7274" y="21020"/>
                    <a:pt x="7274" y="21020"/>
                  </a:cubicBezTo>
                  <a:close/>
                  <a:moveTo>
                    <a:pt x="20812" y="50"/>
                  </a:moveTo>
                  <a:cubicBezTo>
                    <a:pt x="20412" y="224"/>
                    <a:pt x="667" y="8860"/>
                    <a:pt x="277" y="9030"/>
                  </a:cubicBezTo>
                  <a:cubicBezTo>
                    <a:pt x="-53" y="9174"/>
                    <a:pt x="-126" y="9528"/>
                    <a:pt x="266" y="9723"/>
                  </a:cubicBezTo>
                  <a:cubicBezTo>
                    <a:pt x="733" y="9955"/>
                    <a:pt x="4681" y="11919"/>
                    <a:pt x="4681" y="11919"/>
                  </a:cubicBezTo>
                  <a:lnTo>
                    <a:pt x="4681" y="11919"/>
                  </a:lnTo>
                  <a:lnTo>
                    <a:pt x="7298" y="13221"/>
                  </a:lnTo>
                  <a:cubicBezTo>
                    <a:pt x="7298" y="13221"/>
                    <a:pt x="19903" y="1732"/>
                    <a:pt x="20073" y="1577"/>
                  </a:cubicBezTo>
                  <a:cubicBezTo>
                    <a:pt x="20246" y="1420"/>
                    <a:pt x="20443" y="1713"/>
                    <a:pt x="20319" y="1881"/>
                  </a:cubicBezTo>
                  <a:cubicBezTo>
                    <a:pt x="20194" y="2050"/>
                    <a:pt x="11163" y="14170"/>
                    <a:pt x="11163" y="14170"/>
                  </a:cubicBezTo>
                  <a:cubicBezTo>
                    <a:pt x="11163" y="14170"/>
                    <a:pt x="11163" y="14170"/>
                    <a:pt x="11163" y="14171"/>
                  </a:cubicBezTo>
                  <a:lnTo>
                    <a:pt x="10637" y="14898"/>
                  </a:lnTo>
                  <a:lnTo>
                    <a:pt x="11333" y="15363"/>
                  </a:lnTo>
                  <a:lnTo>
                    <a:pt x="11333" y="15363"/>
                  </a:lnTo>
                  <a:cubicBezTo>
                    <a:pt x="11333" y="15363"/>
                    <a:pt x="16742" y="18976"/>
                    <a:pt x="17127" y="19234"/>
                  </a:cubicBezTo>
                  <a:cubicBezTo>
                    <a:pt x="17464" y="19459"/>
                    <a:pt x="17904" y="19272"/>
                    <a:pt x="18001" y="18750"/>
                  </a:cubicBezTo>
                  <a:cubicBezTo>
                    <a:pt x="18117" y="18135"/>
                    <a:pt x="21310" y="1052"/>
                    <a:pt x="21382" y="671"/>
                  </a:cubicBezTo>
                  <a:cubicBezTo>
                    <a:pt x="21474" y="177"/>
                    <a:pt x="21211" y="-125"/>
                    <a:pt x="20812" y="50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40181" tIns="40181" rIns="40181" bIns="40181" numCol="1" anchor="ctr">
              <a:noAutofit/>
            </a:bodyPr>
            <a:lstStyle/>
            <a:p>
              <a:pPr lv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 sz="3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</a:defRPr>
              </a:pPr>
              <a:endParaRPr sz="800"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963762790" name="Group 43"/>
          <p:cNvGrpSpPr/>
          <p:nvPr/>
        </p:nvGrpSpPr>
        <p:grpSpPr bwMode="auto">
          <a:xfrm>
            <a:off x="6596806" y="4323682"/>
            <a:ext cx="1476228" cy="1403910"/>
            <a:chOff x="6254758" y="3535584"/>
            <a:chExt cx="1399760" cy="1331188"/>
          </a:xfrm>
        </p:grpSpPr>
        <p:grpSp>
          <p:nvGrpSpPr>
            <p:cNvPr id="16" name="Group 15"/>
            <p:cNvGrpSpPr/>
            <p:nvPr/>
          </p:nvGrpSpPr>
          <p:grpSpPr bwMode="auto">
            <a:xfrm flipH="1">
              <a:off x="6254758" y="3535584"/>
              <a:ext cx="1399760" cy="1331188"/>
              <a:chOff x="3023802" y="3203565"/>
              <a:chExt cx="1399760" cy="1331188"/>
            </a:xfrm>
          </p:grpSpPr>
          <p:sp>
            <p:nvSpPr>
              <p:cNvPr id="17" name="Freeform 20"/>
              <p:cNvSpPr/>
              <p:nvPr/>
            </p:nvSpPr>
            <p:spPr bwMode="auto">
              <a:xfrm>
                <a:off x="3023802" y="3203565"/>
                <a:ext cx="1399760" cy="1331188"/>
              </a:xfrm>
              <a:custGeom>
                <a:avLst/>
                <a:gdLst>
                  <a:gd name="T0" fmla="*/ 66 w 745"/>
                  <a:gd name="T1" fmla="*/ 251 h 708"/>
                  <a:gd name="T2" fmla="*/ 284 w 745"/>
                  <a:gd name="T3" fmla="*/ 640 h 708"/>
                  <a:gd name="T4" fmla="*/ 284 w 745"/>
                  <a:gd name="T5" fmla="*/ 640 h 708"/>
                  <a:gd name="T6" fmla="*/ 517 w 745"/>
                  <a:gd name="T7" fmla="*/ 686 h 708"/>
                  <a:gd name="T8" fmla="*/ 707 w 745"/>
                  <a:gd name="T9" fmla="*/ 358 h 708"/>
                  <a:gd name="T10" fmla="*/ 379 w 745"/>
                  <a:gd name="T11" fmla="*/ 167 h 708"/>
                  <a:gd name="T12" fmla="*/ 189 w 745"/>
                  <a:gd name="T13" fmla="*/ 357 h 708"/>
                  <a:gd name="T14" fmla="*/ 154 w 745"/>
                  <a:gd name="T15" fmla="*/ 239 h 708"/>
                  <a:gd name="T16" fmla="*/ 220 w 745"/>
                  <a:gd name="T17" fmla="*/ 229 h 708"/>
                  <a:gd name="T18" fmla="*/ 138 w 745"/>
                  <a:gd name="T19" fmla="*/ 0 h 708"/>
                  <a:gd name="T20" fmla="*/ 0 w 745"/>
                  <a:gd name="T21" fmla="*/ 261 h 708"/>
                  <a:gd name="T22" fmla="*/ 66 w 745"/>
                  <a:gd name="T23" fmla="*/ 251 h 7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45" h="708" fill="norm" stroke="1" extrusionOk="0">
                    <a:moveTo>
                      <a:pt x="66" y="251"/>
                    </a:moveTo>
                    <a:cubicBezTo>
                      <a:pt x="85" y="383"/>
                      <a:pt x="172" y="554"/>
                      <a:pt x="284" y="640"/>
                    </a:cubicBezTo>
                    <a:cubicBezTo>
                      <a:pt x="284" y="639"/>
                      <a:pt x="283" y="640"/>
                      <a:pt x="284" y="640"/>
                    </a:cubicBezTo>
                    <a:cubicBezTo>
                      <a:pt x="347" y="689"/>
                      <a:pt x="433" y="708"/>
                      <a:pt x="517" y="686"/>
                    </a:cubicBezTo>
                    <a:cubicBezTo>
                      <a:pt x="660" y="648"/>
                      <a:pt x="745" y="501"/>
                      <a:pt x="707" y="358"/>
                    </a:cubicBezTo>
                    <a:cubicBezTo>
                      <a:pt x="669" y="215"/>
                      <a:pt x="522" y="129"/>
                      <a:pt x="379" y="167"/>
                    </a:cubicBezTo>
                    <a:cubicBezTo>
                      <a:pt x="283" y="193"/>
                      <a:pt x="213" y="268"/>
                      <a:pt x="189" y="357"/>
                    </a:cubicBezTo>
                    <a:cubicBezTo>
                      <a:pt x="171" y="320"/>
                      <a:pt x="160" y="280"/>
                      <a:pt x="154" y="239"/>
                    </a:cubicBezTo>
                    <a:cubicBezTo>
                      <a:pt x="176" y="235"/>
                      <a:pt x="198" y="232"/>
                      <a:pt x="220" y="229"/>
                    </a:cubicBezTo>
                    <a:cubicBezTo>
                      <a:pt x="174" y="172"/>
                      <a:pt x="141" y="94"/>
                      <a:pt x="138" y="0"/>
                    </a:cubicBezTo>
                    <a:cubicBezTo>
                      <a:pt x="72" y="66"/>
                      <a:pt x="22" y="156"/>
                      <a:pt x="0" y="261"/>
                    </a:cubicBezTo>
                    <a:cubicBezTo>
                      <a:pt x="22" y="258"/>
                      <a:pt x="44" y="254"/>
                      <a:pt x="66" y="25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6435" tIns="48218" rIns="96435" bIns="48218" numCol="1" anchor="t" anchorCtr="0" compatLnSpc="1"/>
              <a:lstStyle/>
              <a:p>
                <a:pPr algn="just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  <p:sp>
            <p:nvSpPr>
              <p:cNvPr id="20" name="Oval 19"/>
              <p:cNvSpPr/>
              <p:nvPr/>
            </p:nvSpPr>
            <p:spPr bwMode="auto">
              <a:xfrm>
                <a:off x="3596074" y="3732211"/>
                <a:ext cx="551192" cy="551192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</p:grpSp>
        <p:sp>
          <p:nvSpPr>
            <p:cNvPr id="43" name="Shape 2671"/>
            <p:cNvSpPr/>
            <p:nvPr/>
          </p:nvSpPr>
          <p:spPr bwMode="auto">
            <a:xfrm>
              <a:off x="6705147" y="4201178"/>
              <a:ext cx="203005" cy="2860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3" h="21574" fill="norm" stroke="1" extrusionOk="0">
                  <a:moveTo>
                    <a:pt x="13864" y="16422"/>
                  </a:moveTo>
                  <a:cubicBezTo>
                    <a:pt x="13295" y="16782"/>
                    <a:pt x="12583" y="17013"/>
                    <a:pt x="11740" y="17115"/>
                  </a:cubicBezTo>
                  <a:lnTo>
                    <a:pt x="11752" y="18333"/>
                  </a:lnTo>
                  <a:lnTo>
                    <a:pt x="9908" y="18336"/>
                  </a:lnTo>
                  <a:lnTo>
                    <a:pt x="9897" y="17119"/>
                  </a:lnTo>
                  <a:cubicBezTo>
                    <a:pt x="9066" y="17021"/>
                    <a:pt x="8316" y="16773"/>
                    <a:pt x="7666" y="16391"/>
                  </a:cubicBezTo>
                  <a:cubicBezTo>
                    <a:pt x="6892" y="15916"/>
                    <a:pt x="6492" y="15369"/>
                    <a:pt x="6466" y="14757"/>
                  </a:cubicBezTo>
                  <a:lnTo>
                    <a:pt x="6503" y="14424"/>
                  </a:lnTo>
                  <a:lnTo>
                    <a:pt x="8292" y="14419"/>
                  </a:lnTo>
                  <a:lnTo>
                    <a:pt x="8298" y="14543"/>
                  </a:lnTo>
                  <a:cubicBezTo>
                    <a:pt x="8309" y="15050"/>
                    <a:pt x="8528" y="15427"/>
                    <a:pt x="8960" y="15694"/>
                  </a:cubicBezTo>
                  <a:cubicBezTo>
                    <a:pt x="9384" y="15964"/>
                    <a:pt x="10003" y="16098"/>
                    <a:pt x="10790" y="16098"/>
                  </a:cubicBezTo>
                  <a:cubicBezTo>
                    <a:pt x="11584" y="16093"/>
                    <a:pt x="12202" y="15951"/>
                    <a:pt x="12633" y="15680"/>
                  </a:cubicBezTo>
                  <a:cubicBezTo>
                    <a:pt x="13064" y="15409"/>
                    <a:pt x="13270" y="15036"/>
                    <a:pt x="13270" y="14552"/>
                  </a:cubicBezTo>
                  <a:cubicBezTo>
                    <a:pt x="13270" y="14153"/>
                    <a:pt x="13070" y="13842"/>
                    <a:pt x="12652" y="13606"/>
                  </a:cubicBezTo>
                  <a:cubicBezTo>
                    <a:pt x="12221" y="13367"/>
                    <a:pt x="11477" y="13158"/>
                    <a:pt x="10433" y="12985"/>
                  </a:cubicBezTo>
                  <a:cubicBezTo>
                    <a:pt x="9278" y="12794"/>
                    <a:pt x="8385" y="12496"/>
                    <a:pt x="7803" y="12110"/>
                  </a:cubicBezTo>
                  <a:cubicBezTo>
                    <a:pt x="7210" y="11710"/>
                    <a:pt x="6897" y="11199"/>
                    <a:pt x="6892" y="10591"/>
                  </a:cubicBezTo>
                  <a:cubicBezTo>
                    <a:pt x="6886" y="9899"/>
                    <a:pt x="7266" y="9321"/>
                    <a:pt x="8023" y="8877"/>
                  </a:cubicBezTo>
                  <a:cubicBezTo>
                    <a:pt x="8534" y="8574"/>
                    <a:pt x="9147" y="8376"/>
                    <a:pt x="9833" y="8282"/>
                  </a:cubicBezTo>
                  <a:lnTo>
                    <a:pt x="9822" y="7225"/>
                  </a:lnTo>
                  <a:lnTo>
                    <a:pt x="11665" y="7216"/>
                  </a:lnTo>
                  <a:lnTo>
                    <a:pt x="11671" y="8242"/>
                  </a:lnTo>
                  <a:cubicBezTo>
                    <a:pt x="12496" y="8322"/>
                    <a:pt x="13183" y="8527"/>
                    <a:pt x="13727" y="8841"/>
                  </a:cubicBezTo>
                  <a:cubicBezTo>
                    <a:pt x="14451" y="9272"/>
                    <a:pt x="14851" y="9867"/>
                    <a:pt x="14907" y="10617"/>
                  </a:cubicBezTo>
                  <a:lnTo>
                    <a:pt x="14914" y="10748"/>
                  </a:lnTo>
                  <a:lnTo>
                    <a:pt x="13114" y="10754"/>
                  </a:lnTo>
                  <a:lnTo>
                    <a:pt x="13089" y="10650"/>
                  </a:lnTo>
                  <a:cubicBezTo>
                    <a:pt x="13002" y="10183"/>
                    <a:pt x="12783" y="9832"/>
                    <a:pt x="12427" y="9610"/>
                  </a:cubicBezTo>
                  <a:cubicBezTo>
                    <a:pt x="12077" y="9392"/>
                    <a:pt x="11565" y="9277"/>
                    <a:pt x="10895" y="9282"/>
                  </a:cubicBezTo>
                  <a:cubicBezTo>
                    <a:pt x="10196" y="9282"/>
                    <a:pt x="9640" y="9401"/>
                    <a:pt x="9259" y="9632"/>
                  </a:cubicBezTo>
                  <a:cubicBezTo>
                    <a:pt x="8878" y="9858"/>
                    <a:pt x="8698" y="10160"/>
                    <a:pt x="8702" y="10572"/>
                  </a:cubicBezTo>
                  <a:cubicBezTo>
                    <a:pt x="8702" y="10924"/>
                    <a:pt x="8878" y="11204"/>
                    <a:pt x="9229" y="11408"/>
                  </a:cubicBezTo>
                  <a:cubicBezTo>
                    <a:pt x="9584" y="11621"/>
                    <a:pt x="10216" y="11808"/>
                    <a:pt x="11115" y="11954"/>
                  </a:cubicBezTo>
                  <a:cubicBezTo>
                    <a:pt x="12421" y="12172"/>
                    <a:pt x="13414" y="12492"/>
                    <a:pt x="14076" y="12914"/>
                  </a:cubicBezTo>
                  <a:cubicBezTo>
                    <a:pt x="14732" y="13335"/>
                    <a:pt x="15076" y="13877"/>
                    <a:pt x="15076" y="14521"/>
                  </a:cubicBezTo>
                  <a:cubicBezTo>
                    <a:pt x="15082" y="15289"/>
                    <a:pt x="14676" y="15929"/>
                    <a:pt x="13864" y="16422"/>
                  </a:cubicBezTo>
                  <a:cubicBezTo>
                    <a:pt x="13864" y="16422"/>
                    <a:pt x="13864" y="16422"/>
                    <a:pt x="13864" y="16422"/>
                  </a:cubicBezTo>
                  <a:close/>
                  <a:moveTo>
                    <a:pt x="13995" y="4271"/>
                  </a:moveTo>
                  <a:lnTo>
                    <a:pt x="13995" y="4298"/>
                  </a:lnTo>
                  <a:lnTo>
                    <a:pt x="7161" y="4325"/>
                  </a:lnTo>
                  <a:lnTo>
                    <a:pt x="7372" y="4045"/>
                  </a:lnTo>
                  <a:lnTo>
                    <a:pt x="7754" y="3756"/>
                  </a:lnTo>
                  <a:lnTo>
                    <a:pt x="13245" y="3739"/>
                  </a:lnTo>
                  <a:lnTo>
                    <a:pt x="14789" y="0"/>
                  </a:lnTo>
                  <a:lnTo>
                    <a:pt x="6535" y="31"/>
                  </a:lnTo>
                  <a:lnTo>
                    <a:pt x="7722" y="3668"/>
                  </a:lnTo>
                  <a:cubicBezTo>
                    <a:pt x="6866" y="2984"/>
                    <a:pt x="4761" y="1540"/>
                    <a:pt x="2855" y="2042"/>
                  </a:cubicBezTo>
                  <a:lnTo>
                    <a:pt x="3061" y="2446"/>
                  </a:lnTo>
                  <a:cubicBezTo>
                    <a:pt x="4687" y="2020"/>
                    <a:pt x="6673" y="3472"/>
                    <a:pt x="7372" y="4045"/>
                  </a:cubicBezTo>
                  <a:cubicBezTo>
                    <a:pt x="6210" y="4348"/>
                    <a:pt x="4699" y="4569"/>
                    <a:pt x="3805" y="4001"/>
                  </a:cubicBezTo>
                  <a:lnTo>
                    <a:pt x="3399" y="4329"/>
                  </a:lnTo>
                  <a:cubicBezTo>
                    <a:pt x="3930" y="4667"/>
                    <a:pt x="4605" y="4783"/>
                    <a:pt x="5310" y="4783"/>
                  </a:cubicBezTo>
                  <a:cubicBezTo>
                    <a:pt x="5729" y="4783"/>
                    <a:pt x="6155" y="4734"/>
                    <a:pt x="6566" y="4667"/>
                  </a:cubicBezTo>
                  <a:cubicBezTo>
                    <a:pt x="2687" y="6563"/>
                    <a:pt x="-26" y="10769"/>
                    <a:pt x="0" y="13957"/>
                  </a:cubicBezTo>
                  <a:cubicBezTo>
                    <a:pt x="32" y="18189"/>
                    <a:pt x="4886" y="21600"/>
                    <a:pt x="10828" y="21573"/>
                  </a:cubicBezTo>
                  <a:cubicBezTo>
                    <a:pt x="16782" y="21556"/>
                    <a:pt x="21574" y="18105"/>
                    <a:pt x="21543" y="13877"/>
                  </a:cubicBezTo>
                  <a:cubicBezTo>
                    <a:pt x="21518" y="10468"/>
                    <a:pt x="18344" y="5897"/>
                    <a:pt x="13995" y="4271"/>
                  </a:cubicBezTo>
                  <a:cubicBezTo>
                    <a:pt x="13995" y="4271"/>
                    <a:pt x="13995" y="4271"/>
                    <a:pt x="13995" y="4271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40181" tIns="40181" rIns="40181" bIns="40181" numCol="1" anchor="ctr">
              <a:noAutofit/>
            </a:bodyPr>
            <a:lstStyle/>
            <a:p>
              <a:pPr lv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 sz="3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</a:defRPr>
              </a:pPr>
              <a:endParaRPr sz="800"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844083582" name="Group 45"/>
          <p:cNvGrpSpPr/>
          <p:nvPr/>
        </p:nvGrpSpPr>
        <p:grpSpPr bwMode="auto">
          <a:xfrm>
            <a:off x="4779428" y="3281361"/>
            <a:ext cx="1183812" cy="1649162"/>
            <a:chOff x="4531519" y="2547255"/>
            <a:chExt cx="1122491" cy="1563735"/>
          </a:xfrm>
        </p:grpSpPr>
        <p:grpSp>
          <p:nvGrpSpPr>
            <p:cNvPr id="25" name="Group 24"/>
            <p:cNvGrpSpPr/>
            <p:nvPr/>
          </p:nvGrpSpPr>
          <p:grpSpPr bwMode="auto">
            <a:xfrm flipH="1">
              <a:off x="4531519" y="2547255"/>
              <a:ext cx="1122491" cy="1563735"/>
              <a:chOff x="5024310" y="2215236"/>
              <a:chExt cx="1122491" cy="1563735"/>
            </a:xfrm>
          </p:grpSpPr>
          <p:sp>
            <p:nvSpPr>
              <p:cNvPr id="26" name="Freeform 22"/>
              <p:cNvSpPr/>
              <p:nvPr/>
            </p:nvSpPr>
            <p:spPr bwMode="auto">
              <a:xfrm>
                <a:off x="5024310" y="2215236"/>
                <a:ext cx="1122491" cy="1563735"/>
              </a:xfrm>
              <a:custGeom>
                <a:avLst/>
                <a:gdLst>
                  <a:gd name="T0" fmla="*/ 477 w 597"/>
                  <a:gd name="T1" fmla="*/ 690 h 831"/>
                  <a:gd name="T2" fmla="*/ 570 w 597"/>
                  <a:gd name="T3" fmla="*/ 255 h 831"/>
                  <a:gd name="T4" fmla="*/ 570 w 597"/>
                  <a:gd name="T5" fmla="*/ 255 h 831"/>
                  <a:gd name="T6" fmla="*/ 426 w 597"/>
                  <a:gd name="T7" fmla="*/ 66 h 831"/>
                  <a:gd name="T8" fmla="*/ 66 w 597"/>
                  <a:gd name="T9" fmla="*/ 186 h 831"/>
                  <a:gd name="T10" fmla="*/ 186 w 597"/>
                  <a:gd name="T11" fmla="*/ 546 h 831"/>
                  <a:gd name="T12" fmla="*/ 454 w 597"/>
                  <a:gd name="T13" fmla="*/ 529 h 831"/>
                  <a:gd name="T14" fmla="*/ 402 w 597"/>
                  <a:gd name="T15" fmla="*/ 642 h 831"/>
                  <a:gd name="T16" fmla="*/ 346 w 597"/>
                  <a:gd name="T17" fmla="*/ 605 h 831"/>
                  <a:gd name="T18" fmla="*/ 256 w 597"/>
                  <a:gd name="T19" fmla="*/ 831 h 831"/>
                  <a:gd name="T20" fmla="*/ 532 w 597"/>
                  <a:gd name="T21" fmla="*/ 727 h 831"/>
                  <a:gd name="T22" fmla="*/ 477 w 597"/>
                  <a:gd name="T23" fmla="*/ 690 h 8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97" h="831" fill="norm" stroke="1" extrusionOk="0">
                    <a:moveTo>
                      <a:pt x="477" y="690"/>
                    </a:moveTo>
                    <a:cubicBezTo>
                      <a:pt x="550" y="578"/>
                      <a:pt x="597" y="392"/>
                      <a:pt x="570" y="255"/>
                    </a:cubicBezTo>
                    <a:cubicBezTo>
                      <a:pt x="569" y="255"/>
                      <a:pt x="571" y="254"/>
                      <a:pt x="570" y="255"/>
                    </a:cubicBezTo>
                    <a:cubicBezTo>
                      <a:pt x="554" y="176"/>
                      <a:pt x="503" y="105"/>
                      <a:pt x="426" y="66"/>
                    </a:cubicBezTo>
                    <a:cubicBezTo>
                      <a:pt x="293" y="0"/>
                      <a:pt x="132" y="54"/>
                      <a:pt x="66" y="186"/>
                    </a:cubicBezTo>
                    <a:cubicBezTo>
                      <a:pt x="0" y="319"/>
                      <a:pt x="54" y="480"/>
                      <a:pt x="186" y="546"/>
                    </a:cubicBezTo>
                    <a:cubicBezTo>
                      <a:pt x="275" y="590"/>
                      <a:pt x="377" y="581"/>
                      <a:pt x="454" y="529"/>
                    </a:cubicBezTo>
                    <a:cubicBezTo>
                      <a:pt x="442" y="569"/>
                      <a:pt x="425" y="607"/>
                      <a:pt x="402" y="642"/>
                    </a:cubicBezTo>
                    <a:cubicBezTo>
                      <a:pt x="383" y="630"/>
                      <a:pt x="365" y="617"/>
                      <a:pt x="346" y="605"/>
                    </a:cubicBezTo>
                    <a:cubicBezTo>
                      <a:pt x="343" y="678"/>
                      <a:pt x="316" y="759"/>
                      <a:pt x="256" y="831"/>
                    </a:cubicBezTo>
                    <a:cubicBezTo>
                      <a:pt x="350" y="825"/>
                      <a:pt x="446" y="791"/>
                      <a:pt x="532" y="727"/>
                    </a:cubicBezTo>
                    <a:cubicBezTo>
                      <a:pt x="514" y="715"/>
                      <a:pt x="495" y="702"/>
                      <a:pt x="477" y="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6435" tIns="48218" rIns="96435" bIns="48218" numCol="1" anchor="t" anchorCtr="0" compatLnSpc="1"/>
              <a:lstStyle/>
              <a:p>
                <a:pPr algn="just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  <p:sp>
            <p:nvSpPr>
              <p:cNvPr id="27" name="Oval 26"/>
              <p:cNvSpPr/>
              <p:nvPr/>
            </p:nvSpPr>
            <p:spPr bwMode="auto">
              <a:xfrm>
                <a:off x="5318921" y="2519887"/>
                <a:ext cx="551192" cy="551192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</p:grpSp>
        <p:sp>
          <p:nvSpPr>
            <p:cNvPr id="45" name="AutoShape 24"/>
            <p:cNvSpPr/>
            <p:nvPr/>
          </p:nvSpPr>
          <p:spPr bwMode="auto">
            <a:xfrm>
              <a:off x="4943243" y="2987043"/>
              <a:ext cx="281119" cy="280917"/>
            </a:xfrm>
            <a:custGeom>
              <a:avLst/>
              <a:gdLst>
                <a:gd name="T0" fmla="*/ 16823 w 19689"/>
                <a:gd name="T1" fmla="*/ 2867 h 19689"/>
                <a:gd name="T2" fmla="*/ 2867 w 19689"/>
                <a:gd name="T3" fmla="*/ 2867 h 19689"/>
                <a:gd name="T4" fmla="*/ 2867 w 19689"/>
                <a:gd name="T5" fmla="*/ 16823 h 19689"/>
                <a:gd name="T6" fmla="*/ 16823 w 19689"/>
                <a:gd name="T7" fmla="*/ 16823 h 19689"/>
                <a:gd name="T8" fmla="*/ 16823 w 19689"/>
                <a:gd name="T9" fmla="*/ 2867 h 19689"/>
                <a:gd name="T10" fmla="*/ 11507 w 19689"/>
                <a:gd name="T11" fmla="*/ 12670 h 19689"/>
                <a:gd name="T12" fmla="*/ 6522 w 19689"/>
                <a:gd name="T13" fmla="*/ 15494 h 19689"/>
                <a:gd name="T14" fmla="*/ 6522 w 19689"/>
                <a:gd name="T15" fmla="*/ 9845 h 19689"/>
                <a:gd name="T16" fmla="*/ 6522 w 19689"/>
                <a:gd name="T17" fmla="*/ 4030 h 19689"/>
                <a:gd name="T18" fmla="*/ 11507 w 19689"/>
                <a:gd name="T19" fmla="*/ 7020 h 19689"/>
                <a:gd name="T20" fmla="*/ 16325 w 19689"/>
                <a:gd name="T21" fmla="*/ 9845 h 19689"/>
                <a:gd name="T22" fmla="*/ 11507 w 19689"/>
                <a:gd name="T23" fmla="*/ 12670 h 19689"/>
                <a:gd name="T24" fmla="*/ 11507 w 19689"/>
                <a:gd name="T25" fmla="*/ 12670 h 19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89" h="19689" fill="norm" stroke="1" extrusionOk="0">
                  <a:moveTo>
                    <a:pt x="16823" y="2867"/>
                  </a:moveTo>
                  <a:cubicBezTo>
                    <a:pt x="12836" y="-955"/>
                    <a:pt x="6688" y="-955"/>
                    <a:pt x="2867" y="2867"/>
                  </a:cubicBezTo>
                  <a:cubicBezTo>
                    <a:pt x="-955" y="6688"/>
                    <a:pt x="-955" y="13002"/>
                    <a:pt x="2867" y="16823"/>
                  </a:cubicBezTo>
                  <a:cubicBezTo>
                    <a:pt x="6688" y="20645"/>
                    <a:pt x="12836" y="20645"/>
                    <a:pt x="16823" y="16823"/>
                  </a:cubicBezTo>
                  <a:cubicBezTo>
                    <a:pt x="20645" y="13002"/>
                    <a:pt x="20645" y="6688"/>
                    <a:pt x="16823" y="2867"/>
                  </a:cubicBezTo>
                  <a:close/>
                  <a:moveTo>
                    <a:pt x="11507" y="12670"/>
                  </a:moveTo>
                  <a:cubicBezTo>
                    <a:pt x="6522" y="15494"/>
                    <a:pt x="6522" y="15494"/>
                    <a:pt x="6522" y="15494"/>
                  </a:cubicBezTo>
                  <a:cubicBezTo>
                    <a:pt x="6522" y="9845"/>
                    <a:pt x="6522" y="9845"/>
                    <a:pt x="6522" y="9845"/>
                  </a:cubicBezTo>
                  <a:cubicBezTo>
                    <a:pt x="6522" y="4030"/>
                    <a:pt x="6522" y="4030"/>
                    <a:pt x="6522" y="4030"/>
                  </a:cubicBezTo>
                  <a:cubicBezTo>
                    <a:pt x="11507" y="7020"/>
                    <a:pt x="11507" y="7020"/>
                    <a:pt x="11507" y="7020"/>
                  </a:cubicBezTo>
                  <a:cubicBezTo>
                    <a:pt x="16325" y="9845"/>
                    <a:pt x="16325" y="9845"/>
                    <a:pt x="16325" y="9845"/>
                  </a:cubicBezTo>
                  <a:lnTo>
                    <a:pt x="11507" y="12670"/>
                  </a:lnTo>
                  <a:close/>
                  <a:moveTo>
                    <a:pt x="11507" y="12670"/>
                  </a:move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0" tIns="0" rIns="0" bIns="0"/>
            <a:lstStyle/>
            <a:p>
              <a:pPr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800"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36179108" name="Group 47"/>
          <p:cNvGrpSpPr/>
          <p:nvPr/>
        </p:nvGrpSpPr>
        <p:grpSpPr bwMode="auto">
          <a:xfrm>
            <a:off x="5345393" y="2518880"/>
            <a:ext cx="1608287" cy="1135076"/>
            <a:chOff x="5068168" y="1824270"/>
            <a:chExt cx="1524978" cy="1076279"/>
          </a:xfrm>
        </p:grpSpPr>
        <p:grpSp>
          <p:nvGrpSpPr>
            <p:cNvPr id="29" name="Group 28"/>
            <p:cNvGrpSpPr/>
            <p:nvPr/>
          </p:nvGrpSpPr>
          <p:grpSpPr bwMode="auto">
            <a:xfrm flipH="1">
              <a:off x="5068168" y="1824270"/>
              <a:ext cx="1524978" cy="1076279"/>
              <a:chOff x="4085174" y="1492251"/>
              <a:chExt cx="1524978" cy="1076279"/>
            </a:xfrm>
          </p:grpSpPr>
          <p:sp>
            <p:nvSpPr>
              <p:cNvPr id="30" name="Freeform 23"/>
              <p:cNvSpPr/>
              <p:nvPr/>
            </p:nvSpPr>
            <p:spPr bwMode="auto">
              <a:xfrm>
                <a:off x="4085174" y="1492251"/>
                <a:ext cx="1524978" cy="1076279"/>
              </a:xfrm>
              <a:custGeom>
                <a:avLst/>
                <a:gdLst>
                  <a:gd name="T0" fmla="*/ 714 w 811"/>
                  <a:gd name="T1" fmla="*/ 209 h 573"/>
                  <a:gd name="T2" fmla="*/ 318 w 811"/>
                  <a:gd name="T3" fmla="*/ 6 h 573"/>
                  <a:gd name="T4" fmla="*/ 318 w 811"/>
                  <a:gd name="T5" fmla="*/ 6 h 573"/>
                  <a:gd name="T6" fmla="*/ 98 w 811"/>
                  <a:gd name="T7" fmla="*/ 97 h 573"/>
                  <a:gd name="T8" fmla="*/ 121 w 811"/>
                  <a:gd name="T9" fmla="*/ 475 h 573"/>
                  <a:gd name="T10" fmla="*/ 500 w 811"/>
                  <a:gd name="T11" fmla="*/ 452 h 573"/>
                  <a:gd name="T12" fmla="*/ 553 w 811"/>
                  <a:gd name="T13" fmla="*/ 189 h 573"/>
                  <a:gd name="T14" fmla="*/ 648 w 811"/>
                  <a:gd name="T15" fmla="*/ 268 h 573"/>
                  <a:gd name="T16" fmla="*/ 598 w 811"/>
                  <a:gd name="T17" fmla="*/ 313 h 573"/>
                  <a:gd name="T18" fmla="*/ 793 w 811"/>
                  <a:gd name="T19" fmla="*/ 458 h 573"/>
                  <a:gd name="T20" fmla="*/ 764 w 811"/>
                  <a:gd name="T21" fmla="*/ 164 h 573"/>
                  <a:gd name="T22" fmla="*/ 714 w 811"/>
                  <a:gd name="T23" fmla="*/ 209 h 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11" h="573" fill="norm" stroke="1" extrusionOk="0">
                    <a:moveTo>
                      <a:pt x="714" y="209"/>
                    </a:moveTo>
                    <a:cubicBezTo>
                      <a:pt x="625" y="109"/>
                      <a:pt x="458" y="16"/>
                      <a:pt x="318" y="6"/>
                    </a:cubicBezTo>
                    <a:cubicBezTo>
                      <a:pt x="317" y="7"/>
                      <a:pt x="318" y="5"/>
                      <a:pt x="318" y="6"/>
                    </a:cubicBezTo>
                    <a:cubicBezTo>
                      <a:pt x="237" y="0"/>
                      <a:pt x="156" y="32"/>
                      <a:pt x="98" y="97"/>
                    </a:cubicBezTo>
                    <a:cubicBezTo>
                      <a:pt x="0" y="207"/>
                      <a:pt x="10" y="377"/>
                      <a:pt x="121" y="475"/>
                    </a:cubicBezTo>
                    <a:cubicBezTo>
                      <a:pt x="232" y="573"/>
                      <a:pt x="401" y="563"/>
                      <a:pt x="500" y="452"/>
                    </a:cubicBezTo>
                    <a:cubicBezTo>
                      <a:pt x="566" y="378"/>
                      <a:pt x="583" y="277"/>
                      <a:pt x="553" y="189"/>
                    </a:cubicBezTo>
                    <a:cubicBezTo>
                      <a:pt x="588" y="211"/>
                      <a:pt x="620" y="237"/>
                      <a:pt x="648" y="268"/>
                    </a:cubicBezTo>
                    <a:cubicBezTo>
                      <a:pt x="631" y="283"/>
                      <a:pt x="615" y="298"/>
                      <a:pt x="598" y="313"/>
                    </a:cubicBezTo>
                    <a:cubicBezTo>
                      <a:pt x="668" y="335"/>
                      <a:pt x="738" y="382"/>
                      <a:pt x="793" y="458"/>
                    </a:cubicBezTo>
                    <a:cubicBezTo>
                      <a:pt x="811" y="367"/>
                      <a:pt x="803" y="264"/>
                      <a:pt x="764" y="164"/>
                    </a:cubicBezTo>
                    <a:cubicBezTo>
                      <a:pt x="747" y="179"/>
                      <a:pt x="731" y="194"/>
                      <a:pt x="714" y="20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96435" tIns="48218" rIns="96435" bIns="48218" numCol="1" anchor="t" anchorCtr="0" compatLnSpc="1"/>
              <a:lstStyle/>
              <a:p>
                <a:pPr algn="just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  <p:sp>
            <p:nvSpPr>
              <p:cNvPr id="31" name="Oval 30"/>
              <p:cNvSpPr/>
              <p:nvPr/>
            </p:nvSpPr>
            <p:spPr bwMode="auto">
              <a:xfrm>
                <a:off x="4366880" y="1741826"/>
                <a:ext cx="551192" cy="551192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</p:grpSp>
        <p:sp>
          <p:nvSpPr>
            <p:cNvPr id="47" name="Shape 819"/>
            <p:cNvSpPr/>
            <p:nvPr/>
          </p:nvSpPr>
          <p:spPr bwMode="auto">
            <a:xfrm>
              <a:off x="5903979" y="2201089"/>
              <a:ext cx="263729" cy="2967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959" fill="norm" stroke="1" extrusionOk="0">
                  <a:moveTo>
                    <a:pt x="4049" y="7519"/>
                  </a:moveTo>
                  <a:cubicBezTo>
                    <a:pt x="3162" y="7519"/>
                    <a:pt x="0" y="7985"/>
                    <a:pt x="0" y="11154"/>
                  </a:cubicBezTo>
                  <a:lnTo>
                    <a:pt x="0" y="16799"/>
                  </a:lnTo>
                  <a:cubicBezTo>
                    <a:pt x="0" y="19968"/>
                    <a:pt x="3162" y="20318"/>
                    <a:pt x="4049" y="20318"/>
                  </a:cubicBezTo>
                  <a:cubicBezTo>
                    <a:pt x="4937" y="20318"/>
                    <a:pt x="2699" y="19651"/>
                    <a:pt x="2699" y="17687"/>
                  </a:cubicBezTo>
                  <a:lnTo>
                    <a:pt x="2699" y="10267"/>
                  </a:lnTo>
                  <a:cubicBezTo>
                    <a:pt x="2699" y="8207"/>
                    <a:pt x="4937" y="7519"/>
                    <a:pt x="4049" y="7519"/>
                  </a:cubicBezTo>
                  <a:close/>
                  <a:moveTo>
                    <a:pt x="15725" y="7408"/>
                  </a:moveTo>
                  <a:cubicBezTo>
                    <a:pt x="15548" y="6995"/>
                    <a:pt x="20503" y="3177"/>
                    <a:pt x="17612" y="83"/>
                  </a:cubicBezTo>
                  <a:cubicBezTo>
                    <a:pt x="16934" y="-641"/>
                    <a:pt x="14641" y="3547"/>
                    <a:pt x="11381" y="5443"/>
                  </a:cubicBezTo>
                  <a:cubicBezTo>
                    <a:pt x="9583" y="6489"/>
                    <a:pt x="5399" y="8716"/>
                    <a:pt x="5399" y="9946"/>
                  </a:cubicBezTo>
                  <a:lnTo>
                    <a:pt x="5399" y="17911"/>
                  </a:lnTo>
                  <a:cubicBezTo>
                    <a:pt x="5399" y="19392"/>
                    <a:pt x="12033" y="20959"/>
                    <a:pt x="17076" y="20959"/>
                  </a:cubicBezTo>
                  <a:cubicBezTo>
                    <a:pt x="18923" y="20959"/>
                    <a:pt x="21600" y="10974"/>
                    <a:pt x="21600" y="9387"/>
                  </a:cubicBezTo>
                  <a:cubicBezTo>
                    <a:pt x="21600" y="7795"/>
                    <a:pt x="15902" y="7823"/>
                    <a:pt x="15725" y="7408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40181" tIns="40181" rIns="40181" bIns="40181" numCol="1" anchor="ctr">
              <a:noAutofit/>
            </a:bodyPr>
            <a:lstStyle/>
            <a:p>
              <a:pPr lv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pPr>
              <a:endParaRPr sz="800"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1082632895" name="Group 49"/>
          <p:cNvGrpSpPr/>
          <p:nvPr/>
        </p:nvGrpSpPr>
        <p:grpSpPr bwMode="auto">
          <a:xfrm>
            <a:off x="6837343" y="3009383"/>
            <a:ext cx="1241980" cy="1550118"/>
            <a:chOff x="6482835" y="2289366"/>
            <a:chExt cx="1177646" cy="1469822"/>
          </a:xfrm>
        </p:grpSpPr>
        <p:grpSp>
          <p:nvGrpSpPr>
            <p:cNvPr id="36" name="Group 35"/>
            <p:cNvGrpSpPr/>
            <p:nvPr/>
          </p:nvGrpSpPr>
          <p:grpSpPr bwMode="auto">
            <a:xfrm flipH="1">
              <a:off x="6482835" y="2289366"/>
              <a:ext cx="1177646" cy="1469822"/>
              <a:chOff x="3017839" y="1957347"/>
              <a:chExt cx="1177646" cy="1469822"/>
            </a:xfrm>
          </p:grpSpPr>
          <p:sp>
            <p:nvSpPr>
              <p:cNvPr id="37" name="Freeform 19"/>
              <p:cNvSpPr/>
              <p:nvPr/>
            </p:nvSpPr>
            <p:spPr bwMode="auto">
              <a:xfrm>
                <a:off x="3017839" y="1957347"/>
                <a:ext cx="1177646" cy="1469822"/>
              </a:xfrm>
              <a:custGeom>
                <a:avLst/>
                <a:gdLst>
                  <a:gd name="T0" fmla="*/ 365 w 626"/>
                  <a:gd name="T1" fmla="*/ 64 h 781"/>
                  <a:gd name="T2" fmla="*/ 34 w 626"/>
                  <a:gd name="T3" fmla="*/ 362 h 781"/>
                  <a:gd name="T4" fmla="*/ 34 w 626"/>
                  <a:gd name="T5" fmla="*/ 362 h 781"/>
                  <a:gd name="T6" fmla="*/ 40 w 626"/>
                  <a:gd name="T7" fmla="*/ 599 h 781"/>
                  <a:gd name="T8" fmla="*/ 401 w 626"/>
                  <a:gd name="T9" fmla="*/ 713 h 781"/>
                  <a:gd name="T10" fmla="*/ 515 w 626"/>
                  <a:gd name="T11" fmla="*/ 351 h 781"/>
                  <a:gd name="T12" fmla="*/ 288 w 626"/>
                  <a:gd name="T13" fmla="*/ 207 h 781"/>
                  <a:gd name="T14" fmla="*/ 397 w 626"/>
                  <a:gd name="T15" fmla="*/ 147 h 781"/>
                  <a:gd name="T16" fmla="*/ 421 w 626"/>
                  <a:gd name="T17" fmla="*/ 209 h 781"/>
                  <a:gd name="T18" fmla="*/ 626 w 626"/>
                  <a:gd name="T19" fmla="*/ 79 h 781"/>
                  <a:gd name="T20" fmla="*/ 341 w 626"/>
                  <a:gd name="T21" fmla="*/ 2 h 781"/>
                  <a:gd name="T22" fmla="*/ 365 w 626"/>
                  <a:gd name="T23" fmla="*/ 64 h 7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26" h="781" fill="norm" stroke="1" extrusionOk="0">
                    <a:moveTo>
                      <a:pt x="365" y="64"/>
                    </a:moveTo>
                    <a:cubicBezTo>
                      <a:pt x="240" y="112"/>
                      <a:pt x="93" y="235"/>
                      <a:pt x="34" y="362"/>
                    </a:cubicBezTo>
                    <a:cubicBezTo>
                      <a:pt x="34" y="362"/>
                      <a:pt x="33" y="362"/>
                      <a:pt x="34" y="362"/>
                    </a:cubicBezTo>
                    <a:cubicBezTo>
                      <a:pt x="0" y="435"/>
                      <a:pt x="0" y="522"/>
                      <a:pt x="40" y="599"/>
                    </a:cubicBezTo>
                    <a:cubicBezTo>
                      <a:pt x="108" y="730"/>
                      <a:pt x="270" y="781"/>
                      <a:pt x="401" y="713"/>
                    </a:cubicBezTo>
                    <a:cubicBezTo>
                      <a:pt x="533" y="645"/>
                      <a:pt x="584" y="483"/>
                      <a:pt x="515" y="351"/>
                    </a:cubicBezTo>
                    <a:cubicBezTo>
                      <a:pt x="469" y="263"/>
                      <a:pt x="381" y="211"/>
                      <a:pt x="288" y="207"/>
                    </a:cubicBezTo>
                    <a:cubicBezTo>
                      <a:pt x="321" y="182"/>
                      <a:pt x="358" y="162"/>
                      <a:pt x="397" y="147"/>
                    </a:cubicBezTo>
                    <a:cubicBezTo>
                      <a:pt x="405" y="168"/>
                      <a:pt x="413" y="189"/>
                      <a:pt x="421" y="209"/>
                    </a:cubicBezTo>
                    <a:cubicBezTo>
                      <a:pt x="466" y="152"/>
                      <a:pt x="535" y="103"/>
                      <a:pt x="626" y="79"/>
                    </a:cubicBezTo>
                    <a:cubicBezTo>
                      <a:pt x="547" y="30"/>
                      <a:pt x="448" y="0"/>
                      <a:pt x="341" y="2"/>
                    </a:cubicBezTo>
                    <a:cubicBezTo>
                      <a:pt x="349" y="22"/>
                      <a:pt x="357" y="43"/>
                      <a:pt x="365" y="6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6435" tIns="48218" rIns="96435" bIns="48218" numCol="1" anchor="t" anchorCtr="0" compatLnSpc="1"/>
              <a:lstStyle/>
              <a:p>
                <a:pPr algn="just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  <p:sp>
            <p:nvSpPr>
              <p:cNvPr id="38" name="Oval 37"/>
              <p:cNvSpPr/>
              <p:nvPr/>
            </p:nvSpPr>
            <p:spPr bwMode="auto">
              <a:xfrm>
                <a:off x="3262699" y="2568530"/>
                <a:ext cx="551192" cy="551192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800">
                  <a:latin typeface="Arial"/>
                  <a:ea typeface="微软雅黑"/>
                  <a:cs typeface="+mn-ea"/>
                </a:endParaRPr>
              </a:p>
            </p:txBody>
          </p:sp>
        </p:grpSp>
        <p:sp>
          <p:nvSpPr>
            <p:cNvPr id="49" name="Shape 617"/>
            <p:cNvSpPr/>
            <p:nvPr/>
          </p:nvSpPr>
          <p:spPr bwMode="auto">
            <a:xfrm>
              <a:off x="7049342" y="3024277"/>
              <a:ext cx="181363" cy="2981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767" y="10800"/>
                  </a:moveTo>
                  <a:cubicBezTo>
                    <a:pt x="11767" y="12089"/>
                    <a:pt x="13688" y="12918"/>
                    <a:pt x="15722" y="14025"/>
                  </a:cubicBezTo>
                  <a:cubicBezTo>
                    <a:pt x="17208" y="14834"/>
                    <a:pt x="19243" y="15942"/>
                    <a:pt x="19243" y="16656"/>
                  </a:cubicBezTo>
                  <a:lnTo>
                    <a:pt x="19243" y="18090"/>
                  </a:lnTo>
                  <a:cubicBezTo>
                    <a:pt x="17373" y="17569"/>
                    <a:pt x="11777" y="17058"/>
                    <a:pt x="11777" y="15387"/>
                  </a:cubicBezTo>
                  <a:cubicBezTo>
                    <a:pt x="11777" y="14540"/>
                    <a:pt x="9823" y="14540"/>
                    <a:pt x="9823" y="15387"/>
                  </a:cubicBezTo>
                  <a:cubicBezTo>
                    <a:pt x="9823" y="17058"/>
                    <a:pt x="4224" y="17569"/>
                    <a:pt x="2357" y="18090"/>
                  </a:cubicBezTo>
                  <a:lnTo>
                    <a:pt x="2357" y="16656"/>
                  </a:lnTo>
                  <a:cubicBezTo>
                    <a:pt x="2357" y="15942"/>
                    <a:pt x="4392" y="14834"/>
                    <a:pt x="5878" y="14025"/>
                  </a:cubicBezTo>
                  <a:cubicBezTo>
                    <a:pt x="7912" y="12918"/>
                    <a:pt x="9833" y="12089"/>
                    <a:pt x="9833" y="10800"/>
                  </a:cubicBezTo>
                  <a:cubicBezTo>
                    <a:pt x="9833" y="9511"/>
                    <a:pt x="7912" y="8682"/>
                    <a:pt x="5878" y="7575"/>
                  </a:cubicBezTo>
                  <a:cubicBezTo>
                    <a:pt x="4392" y="6766"/>
                    <a:pt x="2357" y="5658"/>
                    <a:pt x="2357" y="4944"/>
                  </a:cubicBezTo>
                  <a:lnTo>
                    <a:pt x="2264" y="3865"/>
                  </a:lnTo>
                  <a:cubicBezTo>
                    <a:pt x="4243" y="4462"/>
                    <a:pt x="7380" y="5030"/>
                    <a:pt x="10799" y="5030"/>
                  </a:cubicBezTo>
                  <a:cubicBezTo>
                    <a:pt x="14220" y="5030"/>
                    <a:pt x="17371" y="4462"/>
                    <a:pt x="19350" y="3865"/>
                  </a:cubicBezTo>
                  <a:lnTo>
                    <a:pt x="19243" y="4944"/>
                  </a:lnTo>
                  <a:cubicBezTo>
                    <a:pt x="19243" y="5658"/>
                    <a:pt x="17208" y="6766"/>
                    <a:pt x="15722" y="7575"/>
                  </a:cubicBezTo>
                  <a:cubicBezTo>
                    <a:pt x="13688" y="8682"/>
                    <a:pt x="11767" y="9511"/>
                    <a:pt x="11767" y="10800"/>
                  </a:cubicBezTo>
                  <a:close/>
                  <a:moveTo>
                    <a:pt x="2970" y="2515"/>
                  </a:moveTo>
                  <a:cubicBezTo>
                    <a:pt x="4313" y="2042"/>
                    <a:pt x="6830" y="1346"/>
                    <a:pt x="10906" y="1346"/>
                  </a:cubicBezTo>
                  <a:cubicBezTo>
                    <a:pt x="14981" y="1346"/>
                    <a:pt x="18632" y="2515"/>
                    <a:pt x="18632" y="2515"/>
                  </a:cubicBezTo>
                  <a:cubicBezTo>
                    <a:pt x="18904" y="2609"/>
                    <a:pt x="19979" y="2930"/>
                    <a:pt x="19243" y="3173"/>
                  </a:cubicBezTo>
                  <a:cubicBezTo>
                    <a:pt x="17626" y="3709"/>
                    <a:pt x="14463" y="4274"/>
                    <a:pt x="10799" y="4274"/>
                  </a:cubicBezTo>
                  <a:cubicBezTo>
                    <a:pt x="7137" y="4274"/>
                    <a:pt x="4080" y="3652"/>
                    <a:pt x="2462" y="3115"/>
                  </a:cubicBezTo>
                  <a:cubicBezTo>
                    <a:pt x="1728" y="2871"/>
                    <a:pt x="2970" y="2515"/>
                    <a:pt x="2970" y="2515"/>
                  </a:cubicBezTo>
                  <a:close/>
                  <a:moveTo>
                    <a:pt x="21600" y="4944"/>
                  </a:moveTo>
                  <a:cubicBezTo>
                    <a:pt x="21600" y="2633"/>
                    <a:pt x="21600" y="2407"/>
                    <a:pt x="21600" y="2407"/>
                  </a:cubicBezTo>
                  <a:cubicBezTo>
                    <a:pt x="21600" y="1555"/>
                    <a:pt x="16765" y="0"/>
                    <a:pt x="10799" y="0"/>
                  </a:cubicBezTo>
                  <a:cubicBezTo>
                    <a:pt x="4835" y="0"/>
                    <a:pt x="0" y="1555"/>
                    <a:pt x="0" y="2407"/>
                  </a:cubicBezTo>
                  <a:cubicBezTo>
                    <a:pt x="0" y="2407"/>
                    <a:pt x="0" y="2633"/>
                    <a:pt x="0" y="4944"/>
                  </a:cubicBezTo>
                  <a:cubicBezTo>
                    <a:pt x="0" y="7255"/>
                    <a:pt x="7476" y="9164"/>
                    <a:pt x="7476" y="10800"/>
                  </a:cubicBezTo>
                  <a:cubicBezTo>
                    <a:pt x="7476" y="12436"/>
                    <a:pt x="0" y="14345"/>
                    <a:pt x="0" y="16656"/>
                  </a:cubicBezTo>
                  <a:cubicBezTo>
                    <a:pt x="0" y="18967"/>
                    <a:pt x="0" y="19193"/>
                    <a:pt x="0" y="19193"/>
                  </a:cubicBezTo>
                  <a:cubicBezTo>
                    <a:pt x="0" y="20045"/>
                    <a:pt x="4835" y="21600"/>
                    <a:pt x="10799" y="21600"/>
                  </a:cubicBezTo>
                  <a:cubicBezTo>
                    <a:pt x="16765" y="21600"/>
                    <a:pt x="21600" y="20045"/>
                    <a:pt x="21600" y="19193"/>
                  </a:cubicBezTo>
                  <a:cubicBezTo>
                    <a:pt x="21600" y="19193"/>
                    <a:pt x="21600" y="18967"/>
                    <a:pt x="21600" y="16656"/>
                  </a:cubicBezTo>
                  <a:cubicBezTo>
                    <a:pt x="21600" y="14345"/>
                    <a:pt x="14122" y="12436"/>
                    <a:pt x="14122" y="10800"/>
                  </a:cubicBezTo>
                  <a:cubicBezTo>
                    <a:pt x="14122" y="9164"/>
                    <a:pt x="21600" y="7255"/>
                    <a:pt x="21600" y="49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0181" tIns="40181" rIns="40181" bIns="40181" numCol="1" anchor="ctr">
              <a:noAutofit/>
            </a:bodyPr>
            <a:lstStyle/>
            <a:p>
              <a:pPr lv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 sz="3100" b="1">
                  <a:latin typeface="Kontrapunkt Bob Bold"/>
                  <a:ea typeface="Kontrapunkt Bob Bold"/>
                  <a:cs typeface="Kontrapunkt Bob Bold"/>
                </a:defRPr>
              </a:pPr>
              <a:endParaRPr sz="800">
                <a:latin typeface="Arial"/>
                <a:ea typeface="微软雅黑"/>
                <a:cs typeface="+mn-ea"/>
              </a:endParaRPr>
            </a:p>
          </p:txBody>
        </p:sp>
      </p:grpSp>
      <p:sp>
        <p:nvSpPr>
          <p:cNvPr id="1569145475" name="Text Placeholder 8"/>
          <p:cNvSpPr txBox="1"/>
          <p:nvPr/>
        </p:nvSpPr>
        <p:spPr bwMode="auto">
          <a:xfrm>
            <a:off x="2070909" y="2573548"/>
            <a:ext cx="2036887" cy="2362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zh-CN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请替换文字内容</a:t>
            </a:r>
            <a:endParaRPr lang="en-AU" sz="1400">
              <a:solidFill>
                <a:schemeClr val="bg1">
                  <a:lumMod val="65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sp>
        <p:nvSpPr>
          <p:cNvPr id="2062395163" name="Text Placeholder 9"/>
          <p:cNvSpPr txBox="1"/>
          <p:nvPr/>
        </p:nvSpPr>
        <p:spPr bwMode="auto">
          <a:xfrm>
            <a:off x="2070909" y="2869703"/>
            <a:ext cx="2309650" cy="429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Please replace text, click add relevant headline, modify the text content, also can copy your content to this directly.</a:t>
            </a:r>
            <a:endParaRPr lang="en-AU" sz="800">
              <a:solidFill>
                <a:schemeClr val="bg1">
                  <a:lumMod val="65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sp>
        <p:nvSpPr>
          <p:cNvPr id="1255518240" name="Text Placeholder 8"/>
          <p:cNvSpPr txBox="1"/>
          <p:nvPr/>
        </p:nvSpPr>
        <p:spPr bwMode="auto">
          <a:xfrm>
            <a:off x="2070909" y="3800686"/>
            <a:ext cx="2036887" cy="2362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zh-CN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请替换文字内容</a:t>
            </a:r>
            <a:endParaRPr lang="en-AU" sz="1400">
              <a:solidFill>
                <a:schemeClr val="bg1">
                  <a:lumMod val="65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sp>
        <p:nvSpPr>
          <p:cNvPr id="1291694579" name="Text Placeholder 9"/>
          <p:cNvSpPr txBox="1"/>
          <p:nvPr/>
        </p:nvSpPr>
        <p:spPr bwMode="auto">
          <a:xfrm>
            <a:off x="2070909" y="4098428"/>
            <a:ext cx="2309650" cy="429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Please replace text, click add relevant headline, modify the text content, also can copy your content to this directly.</a:t>
            </a:r>
            <a:endParaRPr lang="en-AU" sz="800">
              <a:solidFill>
                <a:schemeClr val="bg1">
                  <a:lumMod val="65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sp>
        <p:nvSpPr>
          <p:cNvPr id="1666969478" name="Text Placeholder 8"/>
          <p:cNvSpPr txBox="1"/>
          <p:nvPr/>
        </p:nvSpPr>
        <p:spPr bwMode="auto">
          <a:xfrm>
            <a:off x="2070909" y="4967498"/>
            <a:ext cx="2036887" cy="2362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zh-CN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请替换文字内容</a:t>
            </a:r>
            <a:endParaRPr lang="en-AU" sz="1400">
              <a:solidFill>
                <a:schemeClr val="bg1">
                  <a:lumMod val="65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sp>
        <p:nvSpPr>
          <p:cNvPr id="1530344278" name="Text Placeholder 9"/>
          <p:cNvSpPr txBox="1"/>
          <p:nvPr/>
        </p:nvSpPr>
        <p:spPr bwMode="auto">
          <a:xfrm>
            <a:off x="2070909" y="5265241"/>
            <a:ext cx="2309650" cy="429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Please replace text, click add relevant headline, modify the text content, also can copy your content to this directly.</a:t>
            </a:r>
            <a:endParaRPr lang="en-AU" sz="800">
              <a:solidFill>
                <a:schemeClr val="bg1">
                  <a:lumMod val="65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sp>
        <p:nvSpPr>
          <p:cNvPr id="263087117" name="Text Placeholder 8"/>
          <p:cNvSpPr txBox="1"/>
          <p:nvPr/>
        </p:nvSpPr>
        <p:spPr bwMode="auto">
          <a:xfrm>
            <a:off x="8475474" y="2552911"/>
            <a:ext cx="2043112" cy="2362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zh-CN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请替换文字内容</a:t>
            </a:r>
            <a:endParaRPr lang="en-AU" sz="1400">
              <a:solidFill>
                <a:schemeClr val="bg1">
                  <a:lumMod val="65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sp>
        <p:nvSpPr>
          <p:cNvPr id="250969820" name="Text Placeholder 9"/>
          <p:cNvSpPr txBox="1"/>
          <p:nvPr/>
        </p:nvSpPr>
        <p:spPr bwMode="auto">
          <a:xfrm>
            <a:off x="8475473" y="2850652"/>
            <a:ext cx="2316709" cy="429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Please replace text, click add relevant headline, modify the text content, also can copy your content to this directly.</a:t>
            </a:r>
            <a:endParaRPr lang="en-AU" sz="800">
              <a:solidFill>
                <a:schemeClr val="bg1">
                  <a:lumMod val="65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sp>
        <p:nvSpPr>
          <p:cNvPr id="1372620309" name="Text Placeholder 8"/>
          <p:cNvSpPr txBox="1"/>
          <p:nvPr/>
        </p:nvSpPr>
        <p:spPr bwMode="auto">
          <a:xfrm>
            <a:off x="8475474" y="3780048"/>
            <a:ext cx="2043112" cy="2362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zh-CN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请替换文字内容</a:t>
            </a:r>
            <a:endParaRPr lang="en-AU" sz="1400">
              <a:solidFill>
                <a:schemeClr val="bg1">
                  <a:lumMod val="65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sp>
        <p:nvSpPr>
          <p:cNvPr id="5658653" name="Text Placeholder 9"/>
          <p:cNvSpPr txBox="1"/>
          <p:nvPr/>
        </p:nvSpPr>
        <p:spPr bwMode="auto">
          <a:xfrm>
            <a:off x="8475473" y="4077790"/>
            <a:ext cx="2316709" cy="429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Please replace text, click add relevant headline, modify the text content, also can copy your content to this directly.</a:t>
            </a:r>
            <a:endParaRPr lang="en-AU" sz="800">
              <a:solidFill>
                <a:schemeClr val="bg1">
                  <a:lumMod val="65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sp>
        <p:nvSpPr>
          <p:cNvPr id="1797853135" name="TextBox 8"/>
          <p:cNvSpPr txBox="1"/>
          <p:nvPr/>
        </p:nvSpPr>
        <p:spPr bwMode="auto"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en-US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2030</a:t>
            </a:r>
            <a:r>
              <a:rPr lang="zh-CN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年度</a:t>
            </a:r>
            <a:r>
              <a:rPr lang="zh-CN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工作概述</a:t>
            </a:r>
            <a:endParaRPr lang="zh-CN" sz="40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1559220333" name="TextBox 8"/>
          <p:cNvSpPr txBox="1"/>
          <p:nvPr/>
        </p:nvSpPr>
        <p:spPr bwMode="auto">
          <a:xfrm>
            <a:off x="5025515" y="743527"/>
            <a:ext cx="2807720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2030 </a:t>
            </a: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ANNUAL WORK SUMMARY</a:t>
            </a:r>
            <a:endParaRPr lang="zh-CN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grpSp>
        <p:nvGrpSpPr>
          <p:cNvPr id="524786680" name="组合 54"/>
          <p:cNvGrpSpPr/>
          <p:nvPr/>
        </p:nvGrpSpPr>
        <p:grpSpPr bwMode="auto"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56" name="直接连接符 55"/>
            <p:cNvCxnSpPr/>
            <p:nvPr/>
          </p:nvCxnSpPr>
          <p:spPr bwMode="auto"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 bwMode="auto"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79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6179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08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44083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47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4047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76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63762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632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82632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1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691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395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62395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518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55518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69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9169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9694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669694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344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30344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087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63087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69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0969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20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72620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8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658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9145475" grpId="0" build="p"/>
      <p:bldP spid="2062395163" grpId="0" build="p"/>
      <p:bldP spid="1255518240" grpId="0" build="p"/>
      <p:bldP spid="1291694579" grpId="0" build="p"/>
      <p:bldP spid="1666969478" grpId="0" build="p"/>
      <p:bldP spid="1530344278" grpId="0" build="p"/>
      <p:bldP spid="263087117" grpId="0" build="p"/>
      <p:bldP spid="250969820" grpId="0" build="p"/>
      <p:bldP spid="1372620309" grpId="0" build="p"/>
      <p:bldP spid="565865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195348" name="圆角矩形 1"/>
          <p:cNvSpPr/>
          <p:nvPr/>
        </p:nvSpPr>
        <p:spPr bwMode="auto">
          <a:xfrm>
            <a:off x="4238958" y="3493258"/>
            <a:ext cx="4380840" cy="96991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716" tIns="36357" rIns="72716" bIns="36357" rtlCol="0" anchor="ctr"/>
          <a:lstStyle/>
          <a:p>
            <a:pPr algn="ctr">
              <a:defRPr/>
            </a:pPr>
            <a:endParaRPr lang="zh-CN" sz="1500">
              <a:latin typeface="Arial"/>
              <a:ea typeface="微软雅黑"/>
            </a:endParaRPr>
          </a:p>
        </p:txBody>
      </p:sp>
      <p:sp>
        <p:nvSpPr>
          <p:cNvPr id="1401921695" name="椭圆 2"/>
          <p:cNvSpPr/>
          <p:nvPr/>
        </p:nvSpPr>
        <p:spPr bwMode="auto">
          <a:xfrm>
            <a:off x="5919193" y="2214972"/>
            <a:ext cx="1020367" cy="102036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lang="en-US" sz="4400">
                <a:solidFill>
                  <a:schemeClr val="bg1"/>
                </a:solidFill>
                <a:latin typeface="Arial"/>
                <a:ea typeface="微软雅黑"/>
              </a:rPr>
              <a:t>04</a:t>
            </a:r>
            <a:endParaRPr lang="zh-CN" sz="4400">
              <a:solidFill>
                <a:schemeClr val="bg1"/>
              </a:solidFill>
              <a:latin typeface="Arial"/>
              <a:ea typeface="微软雅黑"/>
            </a:endParaRPr>
          </a:p>
        </p:txBody>
      </p:sp>
      <p:sp>
        <p:nvSpPr>
          <p:cNvPr id="2065830129" name="MH_Entry_1"/>
          <p:cNvSpPr/>
          <p:nvPr/>
        </p:nvSpPr>
        <p:spPr bwMode="auto">
          <a:xfrm>
            <a:off x="5161541" y="3624146"/>
            <a:ext cx="2535673" cy="70814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 fill="norm" stroke="1" extrusionOk="0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algn="ctr">
              <a:defRPr/>
            </a:pPr>
            <a:r>
              <a:rPr lang="zh-CN" sz="3200">
                <a:solidFill>
                  <a:schemeClr val="bg1"/>
                </a:solidFill>
                <a:latin typeface="Arial"/>
                <a:ea typeface="微软雅黑"/>
              </a:rPr>
              <a:t>明年工作计划</a:t>
            </a:r>
            <a:r>
              <a:rPr lang="en-US" sz="1400">
                <a:solidFill>
                  <a:schemeClr val="bg1"/>
                </a:solidFill>
                <a:latin typeface="Arial"/>
                <a:ea typeface="微软雅黑"/>
              </a:rPr>
              <a:t>ANNUAL WORK SUMMARY</a:t>
            </a:r>
            <a:endParaRPr lang="zh-CN" sz="1400">
              <a:solidFill>
                <a:schemeClr val="bg1"/>
              </a:solidFill>
              <a:latin typeface="Arial"/>
              <a:ea typeface="微软雅黑"/>
            </a:endParaRPr>
          </a:p>
        </p:txBody>
      </p:sp>
      <p:sp>
        <p:nvSpPr>
          <p:cNvPr id="567499508" name="TextBox 11"/>
          <p:cNvSpPr txBox="1"/>
          <p:nvPr/>
        </p:nvSpPr>
        <p:spPr bwMode="auto">
          <a:xfrm>
            <a:off x="6508471" y="4646802"/>
            <a:ext cx="1609415" cy="215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lvl="1" indent="-171450" algn="ctr">
              <a:buFont typeface="Arial"/>
              <a:buChar char="•"/>
              <a:defRPr/>
            </a:pPr>
            <a:r>
              <a:rPr lang="zh-CN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添加相关标题文字</a:t>
            </a:r>
            <a:endParaRPr lang="en-US" sz="14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753284325" name="TextBox 11"/>
          <p:cNvSpPr txBox="1"/>
          <p:nvPr/>
        </p:nvSpPr>
        <p:spPr bwMode="auto">
          <a:xfrm>
            <a:off x="4738017" y="4646802"/>
            <a:ext cx="1609415" cy="215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lvl="1" indent="-171450" algn="ctr">
              <a:buFont typeface="Arial"/>
              <a:buChar char="•"/>
              <a:defRPr/>
            </a:pPr>
            <a:r>
              <a:rPr lang="zh-CN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添加相关标题文字</a:t>
            </a:r>
            <a:endParaRPr lang="en-US" sz="14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474422621" name="TextBox 11"/>
          <p:cNvSpPr txBox="1"/>
          <p:nvPr/>
        </p:nvSpPr>
        <p:spPr bwMode="auto">
          <a:xfrm>
            <a:off x="6508471" y="4916416"/>
            <a:ext cx="1609415" cy="215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lvl="1" indent="-171450" algn="ctr">
              <a:buFont typeface="Arial"/>
              <a:buChar char="•"/>
              <a:defRPr/>
            </a:pPr>
            <a:r>
              <a:rPr lang="zh-CN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添加相关标题文字</a:t>
            </a:r>
            <a:endParaRPr lang="en-US" sz="14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1764752010" name="TextBox 11"/>
          <p:cNvSpPr txBox="1"/>
          <p:nvPr/>
        </p:nvSpPr>
        <p:spPr bwMode="auto">
          <a:xfrm>
            <a:off x="4738017" y="4916416"/>
            <a:ext cx="1609415" cy="215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lvl="1" indent="-171450" algn="ctr">
              <a:buFont typeface="Arial"/>
              <a:buChar char="•"/>
              <a:defRPr/>
            </a:pPr>
            <a:r>
              <a:rPr lang="zh-CN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添加相关标题文字</a:t>
            </a:r>
            <a:endParaRPr lang="en-US" sz="14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4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92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401921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401921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4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19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599195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599195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830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830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830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830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8301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49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67499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67499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28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53284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53284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422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74422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74422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475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64752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64752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9195348" grpId="0" animBg="1"/>
      <p:bldP spid="1401921695" grpId="0" animBg="1"/>
      <p:bldP spid="2065830129" grpId="0"/>
      <p:bldP spid="567499508" grpId="0"/>
      <p:bldP spid="753284325" grpId="0"/>
      <p:bldP spid="474422621" grpId="0"/>
      <p:bldP spid="17647520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288506" name="Rectangle 4"/>
          <p:cNvSpPr/>
          <p:nvPr/>
        </p:nvSpPr>
        <p:spPr bwMode="auto">
          <a:xfrm>
            <a:off x="812800" y="1374769"/>
            <a:ext cx="5579623" cy="3069997"/>
          </a:xfrm>
          <a:prstGeom prst="rect">
            <a:avLst/>
          </a:prstGeom>
          <a:blipFill rotWithShape="1">
            <a:blip r:embed="rId3"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en-US" sz="2100">
              <a:latin typeface="Arial"/>
              <a:ea typeface="微软雅黑"/>
            </a:endParaRPr>
          </a:p>
        </p:txBody>
      </p:sp>
      <p:sp>
        <p:nvSpPr>
          <p:cNvPr id="110339769" name="Rectangle 5"/>
          <p:cNvSpPr/>
          <p:nvPr/>
        </p:nvSpPr>
        <p:spPr bwMode="auto">
          <a:xfrm>
            <a:off x="812800" y="4511230"/>
            <a:ext cx="5579623" cy="12992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en-US" sz="2100">
              <a:latin typeface="Arial"/>
              <a:ea typeface="微软雅黑"/>
            </a:endParaRPr>
          </a:p>
        </p:txBody>
      </p:sp>
      <p:sp>
        <p:nvSpPr>
          <p:cNvPr id="1135013093" name="Rectangle 6"/>
          <p:cNvSpPr/>
          <p:nvPr/>
        </p:nvSpPr>
        <p:spPr bwMode="auto">
          <a:xfrm>
            <a:off x="6471167" y="1374769"/>
            <a:ext cx="5574784" cy="3069997"/>
          </a:xfrm>
          <a:prstGeom prst="rect">
            <a:avLst/>
          </a:prstGeom>
          <a:blipFill rotWithShape="1">
            <a:blip r:embed="rId4"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en-US" sz="2100">
              <a:latin typeface="Arial"/>
              <a:ea typeface="微软雅黑"/>
            </a:endParaRPr>
          </a:p>
        </p:txBody>
      </p:sp>
      <p:sp>
        <p:nvSpPr>
          <p:cNvPr id="952511697" name="Rectangle 7"/>
          <p:cNvSpPr/>
          <p:nvPr/>
        </p:nvSpPr>
        <p:spPr bwMode="auto">
          <a:xfrm>
            <a:off x="6464973" y="4511227"/>
            <a:ext cx="5580588" cy="130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en-US" sz="2100">
              <a:latin typeface="Arial"/>
              <a:ea typeface="微软雅黑"/>
            </a:endParaRPr>
          </a:p>
        </p:txBody>
      </p:sp>
      <p:sp>
        <p:nvSpPr>
          <p:cNvPr id="201835355" name="TextBox 13"/>
          <p:cNvSpPr txBox="1"/>
          <p:nvPr/>
        </p:nvSpPr>
        <p:spPr bwMode="auto">
          <a:xfrm>
            <a:off x="812800" y="5985566"/>
            <a:ext cx="11233149" cy="369332"/>
          </a:xfrm>
          <a:prstGeom prst="rect">
            <a:avLst/>
          </a:prstGeom>
          <a:noFill/>
        </p:spPr>
        <p:txBody>
          <a:bodyPr wrap="square" lIns="0" tIns="0" rIns="0" bIns="0" numCol="1" spcCol="36000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请替换文字内容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修改文字内容，也可以直接复制你的内容到此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。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请替换文字内容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修改文字内容，也可以直接复制你的内容到此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。</a:t>
            </a:r>
            <a:endParaRPr lang="zh-CN" sz="8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1818332110" name="TextBox 15"/>
          <p:cNvSpPr txBox="1"/>
          <p:nvPr/>
        </p:nvSpPr>
        <p:spPr bwMode="auto">
          <a:xfrm>
            <a:off x="1130938" y="5063856"/>
            <a:ext cx="489654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请替换文字内容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修改文字内容，也可以直接复制你的内容到此。</a:t>
            </a:r>
            <a:endParaRPr lang="zh-CN" sz="800">
              <a:solidFill>
                <a:schemeClr val="bg1"/>
              </a:solidFill>
              <a:latin typeface="Arial"/>
              <a:ea typeface="微软雅黑"/>
            </a:endParaRPr>
          </a:p>
        </p:txBody>
      </p:sp>
      <p:sp>
        <p:nvSpPr>
          <p:cNvPr id="1685683324" name="TextBox 16"/>
          <p:cNvSpPr txBox="1"/>
          <p:nvPr/>
        </p:nvSpPr>
        <p:spPr bwMode="auto">
          <a:xfrm>
            <a:off x="1130938" y="4743125"/>
            <a:ext cx="16158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defRPr/>
            </a:pPr>
            <a:r>
              <a:rPr lang="zh-CN" sz="1400">
                <a:solidFill>
                  <a:schemeClr val="bg1"/>
                </a:solidFill>
                <a:latin typeface="Arial"/>
                <a:ea typeface="微软雅黑"/>
              </a:rPr>
              <a:t>点击请替换文字内容</a:t>
            </a:r>
            <a:endParaRPr lang="zh-CN" sz="1400">
              <a:solidFill>
                <a:schemeClr val="bg1"/>
              </a:solidFill>
              <a:latin typeface="Arial"/>
              <a:ea typeface="微软雅黑"/>
            </a:endParaRPr>
          </a:p>
        </p:txBody>
      </p:sp>
      <p:sp>
        <p:nvSpPr>
          <p:cNvPr id="1066007575" name="TextBox 15"/>
          <p:cNvSpPr txBox="1"/>
          <p:nvPr/>
        </p:nvSpPr>
        <p:spPr bwMode="auto">
          <a:xfrm>
            <a:off x="6861423" y="5068779"/>
            <a:ext cx="489654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请替换文字内容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修改文字内容，也可以直接复制你的内容到此。请替换文字内容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，添加相关标题，</a:t>
            </a:r>
            <a:r>
              <a:rPr lang="zh-CN" sz="800">
                <a:solidFill>
                  <a:schemeClr val="bg1"/>
                </a:solidFill>
                <a:latin typeface="Arial"/>
                <a:ea typeface="微软雅黑"/>
              </a:rPr>
              <a:t>修改文字内容，也可以直接复制你的内容到此。</a:t>
            </a:r>
            <a:endParaRPr lang="zh-CN" sz="800">
              <a:solidFill>
                <a:schemeClr val="bg1"/>
              </a:solidFill>
              <a:latin typeface="Arial"/>
              <a:ea typeface="微软雅黑"/>
            </a:endParaRPr>
          </a:p>
        </p:txBody>
      </p:sp>
      <p:sp>
        <p:nvSpPr>
          <p:cNvPr id="762837380" name="TextBox 16"/>
          <p:cNvSpPr txBox="1"/>
          <p:nvPr/>
        </p:nvSpPr>
        <p:spPr bwMode="auto">
          <a:xfrm>
            <a:off x="6861423" y="4748048"/>
            <a:ext cx="16158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defRPr/>
            </a:pPr>
            <a:r>
              <a:rPr lang="zh-CN" sz="1400">
                <a:solidFill>
                  <a:schemeClr val="bg1"/>
                </a:solidFill>
                <a:latin typeface="Arial"/>
                <a:ea typeface="微软雅黑"/>
              </a:rPr>
              <a:t>点击请替换文字内容</a:t>
            </a:r>
            <a:endParaRPr lang="zh-CN" sz="1400">
              <a:solidFill>
                <a:schemeClr val="bg1"/>
              </a:solidFill>
              <a:latin typeface="Arial"/>
              <a:ea typeface="微软雅黑"/>
            </a:endParaRPr>
          </a:p>
        </p:txBody>
      </p:sp>
      <p:sp>
        <p:nvSpPr>
          <p:cNvPr id="731229756" name="TextBox 8"/>
          <p:cNvSpPr txBox="1"/>
          <p:nvPr/>
        </p:nvSpPr>
        <p:spPr bwMode="auto"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en-US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2030</a:t>
            </a:r>
            <a:r>
              <a:rPr lang="zh-CN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年度</a:t>
            </a:r>
            <a:r>
              <a:rPr lang="zh-CN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工作概述</a:t>
            </a:r>
            <a:endParaRPr lang="zh-CN" sz="40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379713777" name="TextBox 8"/>
          <p:cNvSpPr txBox="1"/>
          <p:nvPr/>
        </p:nvSpPr>
        <p:spPr bwMode="auto">
          <a:xfrm>
            <a:off x="5025515" y="743527"/>
            <a:ext cx="2807720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2030 </a:t>
            </a: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ANNUAL WORK SUMMARY</a:t>
            </a:r>
            <a:endParaRPr lang="zh-CN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grpSp>
        <p:nvGrpSpPr>
          <p:cNvPr id="721968983" name="组合 15"/>
          <p:cNvGrpSpPr/>
          <p:nvPr/>
        </p:nvGrpSpPr>
        <p:grpSpPr bwMode="auto"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17" name="直接连接符 16"/>
            <p:cNvCxnSpPr/>
            <p:nvPr/>
          </p:nvCxnSpPr>
          <p:spPr bwMode="auto"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 bwMode="auto"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88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7288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7288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39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03397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03397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01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35013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35013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1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52511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52511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83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01835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01835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68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1685683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1685683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1685683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685683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49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33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18332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49"/>
                            </p:stCondLst>
                            <p:childTnLst>
                              <p:par>
                                <p:cTn id="38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3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762837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762837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7628373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7628373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99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07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66007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288506" grpId="0" animBg="1"/>
      <p:bldP spid="110339769" grpId="0" animBg="1"/>
      <p:bldP spid="1135013093" grpId="0" animBg="1"/>
      <p:bldP spid="952511697" grpId="0" animBg="1"/>
      <p:bldP spid="201835355" grpId="0"/>
      <p:bldP spid="1818332110" grpId="0"/>
      <p:bldP spid="1685683324" grpId="0"/>
      <p:bldP spid="1066007575" grpId="0"/>
      <p:bldP spid="76283738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646019" name="Rectangle 89"/>
          <p:cNvSpPr/>
          <p:nvPr/>
        </p:nvSpPr>
        <p:spPr bwMode="auto">
          <a:xfrm>
            <a:off x="1165328" y="4661041"/>
            <a:ext cx="3750263" cy="107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/>
            </a:pPr>
            <a:endParaRPr lang="en-US" sz="800">
              <a:latin typeface="Arial"/>
              <a:ea typeface="微软雅黑"/>
              <a:cs typeface="+mn-ea"/>
            </a:endParaRPr>
          </a:p>
        </p:txBody>
      </p:sp>
      <p:grpSp>
        <p:nvGrpSpPr>
          <p:cNvPr id="1686028948" name="Group 137"/>
          <p:cNvGrpSpPr/>
          <p:nvPr/>
        </p:nvGrpSpPr>
        <p:grpSpPr bwMode="auto">
          <a:xfrm>
            <a:off x="1502228" y="2303735"/>
            <a:ext cx="301358" cy="2317121"/>
            <a:chOff x="1074408" y="1485901"/>
            <a:chExt cx="214311" cy="1647821"/>
          </a:xfrm>
        </p:grpSpPr>
        <p:cxnSp>
          <p:nvCxnSpPr>
            <p:cNvPr id="91" name="Straight Connector 90"/>
            <p:cNvCxnSpPr/>
            <p:nvPr/>
          </p:nvCxnSpPr>
          <p:spPr bwMode="auto">
            <a:xfrm rot="16199999" flipV="1">
              <a:off x="359569" y="2302205"/>
              <a:ext cx="1638299" cy="569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ounded Rectangle 94"/>
            <p:cNvSpPr/>
            <p:nvPr/>
          </p:nvSpPr>
          <p:spPr bwMode="auto">
            <a:xfrm>
              <a:off x="1074408" y="2190750"/>
              <a:ext cx="214311" cy="94297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endParaRPr lang="en-US" sz="800"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1315560702" name="Group 138"/>
          <p:cNvGrpSpPr/>
          <p:nvPr/>
        </p:nvGrpSpPr>
        <p:grpSpPr bwMode="auto">
          <a:xfrm>
            <a:off x="2035839" y="2303735"/>
            <a:ext cx="301358" cy="2317121"/>
            <a:chOff x="1447800" y="1485901"/>
            <a:chExt cx="214311" cy="1647821"/>
          </a:xfrm>
        </p:grpSpPr>
        <p:cxnSp>
          <p:nvCxnSpPr>
            <p:cNvPr id="98" name="Straight Connector 97"/>
            <p:cNvCxnSpPr/>
            <p:nvPr/>
          </p:nvCxnSpPr>
          <p:spPr bwMode="auto">
            <a:xfrm rot="16199999" flipV="1">
              <a:off x="732961" y="2302205"/>
              <a:ext cx="1638299" cy="569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Rounded Rectangle 100"/>
            <p:cNvSpPr/>
            <p:nvPr/>
          </p:nvSpPr>
          <p:spPr bwMode="auto">
            <a:xfrm>
              <a:off x="1447800" y="1962150"/>
              <a:ext cx="214311" cy="1171572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endParaRPr lang="en-US" sz="800"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1835277756" name="Group 139"/>
          <p:cNvGrpSpPr/>
          <p:nvPr/>
        </p:nvGrpSpPr>
        <p:grpSpPr bwMode="auto">
          <a:xfrm>
            <a:off x="2569451" y="2303735"/>
            <a:ext cx="301358" cy="2317121"/>
            <a:chOff x="1828800" y="1485901"/>
            <a:chExt cx="214311" cy="1647821"/>
          </a:xfrm>
        </p:grpSpPr>
        <p:cxnSp>
          <p:nvCxnSpPr>
            <p:cNvPr id="104" name="Straight Connector 103"/>
            <p:cNvCxnSpPr/>
            <p:nvPr/>
          </p:nvCxnSpPr>
          <p:spPr bwMode="auto">
            <a:xfrm rot="16199999" flipV="1">
              <a:off x="1113961" y="2302205"/>
              <a:ext cx="1638299" cy="569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Rounded Rectangle 106"/>
            <p:cNvSpPr/>
            <p:nvPr/>
          </p:nvSpPr>
          <p:spPr bwMode="auto">
            <a:xfrm>
              <a:off x="1828800" y="1809750"/>
              <a:ext cx="214311" cy="1323972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endParaRPr lang="en-US" sz="800"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52699195" name="Group 140"/>
          <p:cNvGrpSpPr/>
          <p:nvPr/>
        </p:nvGrpSpPr>
        <p:grpSpPr bwMode="auto">
          <a:xfrm>
            <a:off x="3103063" y="2303735"/>
            <a:ext cx="301358" cy="2317121"/>
            <a:chOff x="2209800" y="1485901"/>
            <a:chExt cx="214311" cy="1647821"/>
          </a:xfrm>
        </p:grpSpPr>
        <p:cxnSp>
          <p:nvCxnSpPr>
            <p:cNvPr id="108" name="Straight Connector 107"/>
            <p:cNvCxnSpPr/>
            <p:nvPr/>
          </p:nvCxnSpPr>
          <p:spPr bwMode="auto">
            <a:xfrm rot="16199999" flipV="1">
              <a:off x="1494961" y="2302205"/>
              <a:ext cx="1638299" cy="569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Rounded Rectangle 120"/>
            <p:cNvSpPr/>
            <p:nvPr/>
          </p:nvSpPr>
          <p:spPr bwMode="auto">
            <a:xfrm>
              <a:off x="2209800" y="2419350"/>
              <a:ext cx="214311" cy="714372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endParaRPr lang="en-US" sz="800"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1367865255" name="Group 141"/>
          <p:cNvGrpSpPr/>
          <p:nvPr/>
        </p:nvGrpSpPr>
        <p:grpSpPr bwMode="auto">
          <a:xfrm>
            <a:off x="3636674" y="2303735"/>
            <a:ext cx="301358" cy="2317121"/>
            <a:chOff x="2667000" y="1485901"/>
            <a:chExt cx="214311" cy="1647821"/>
          </a:xfrm>
        </p:grpSpPr>
        <p:cxnSp>
          <p:nvCxnSpPr>
            <p:cNvPr id="128" name="Straight Connector 127"/>
            <p:cNvCxnSpPr/>
            <p:nvPr/>
          </p:nvCxnSpPr>
          <p:spPr bwMode="auto">
            <a:xfrm rot="16199999" flipV="1">
              <a:off x="1952161" y="2302205"/>
              <a:ext cx="1638299" cy="569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Rounded Rectangle 128"/>
            <p:cNvSpPr/>
            <p:nvPr/>
          </p:nvSpPr>
          <p:spPr bwMode="auto">
            <a:xfrm>
              <a:off x="2667000" y="1962150"/>
              <a:ext cx="214311" cy="1171572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endParaRPr lang="en-US" sz="800"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1454288382" name="Group 142"/>
          <p:cNvGrpSpPr/>
          <p:nvPr/>
        </p:nvGrpSpPr>
        <p:grpSpPr bwMode="auto">
          <a:xfrm>
            <a:off x="4170289" y="2303735"/>
            <a:ext cx="301358" cy="2317121"/>
            <a:chOff x="2971800" y="1485901"/>
            <a:chExt cx="214311" cy="1647821"/>
          </a:xfrm>
        </p:grpSpPr>
        <p:cxnSp>
          <p:nvCxnSpPr>
            <p:cNvPr id="136" name="Straight Connector 135"/>
            <p:cNvCxnSpPr/>
            <p:nvPr/>
          </p:nvCxnSpPr>
          <p:spPr bwMode="auto">
            <a:xfrm rot="16199999" flipV="1">
              <a:off x="2256961" y="2302205"/>
              <a:ext cx="1638299" cy="569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Rounded Rectangle 136"/>
            <p:cNvSpPr/>
            <p:nvPr/>
          </p:nvSpPr>
          <p:spPr bwMode="auto">
            <a:xfrm>
              <a:off x="2971800" y="1809750"/>
              <a:ext cx="214311" cy="1323972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endParaRPr lang="en-US" sz="800">
                <a:latin typeface="Arial"/>
                <a:ea typeface="微软雅黑"/>
                <a:cs typeface="+mn-ea"/>
              </a:endParaRPr>
            </a:p>
          </p:txBody>
        </p:sp>
      </p:grpSp>
      <p:sp>
        <p:nvSpPr>
          <p:cNvPr id="1857941057" name="Rectangle 143"/>
          <p:cNvSpPr/>
          <p:nvPr/>
        </p:nvSpPr>
        <p:spPr bwMode="auto">
          <a:xfrm>
            <a:off x="1532831" y="4810264"/>
            <a:ext cx="227626" cy="26827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微软雅黑"/>
                <a:cs typeface="+mn-ea"/>
              </a:rPr>
              <a:t>55</a:t>
            </a:r>
            <a:endParaRPr lang="en-US" sz="160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sp>
        <p:nvSpPr>
          <p:cNvPr id="452111821" name="Rectangle 144"/>
          <p:cNvSpPr/>
          <p:nvPr/>
        </p:nvSpPr>
        <p:spPr bwMode="auto">
          <a:xfrm>
            <a:off x="2071102" y="4810264"/>
            <a:ext cx="227626" cy="26827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微软雅黑"/>
                <a:cs typeface="+mn-ea"/>
              </a:rPr>
              <a:t>70</a:t>
            </a:r>
            <a:endParaRPr lang="en-US" sz="160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sp>
        <p:nvSpPr>
          <p:cNvPr id="526379865" name="Rectangle 145"/>
          <p:cNvSpPr/>
          <p:nvPr/>
        </p:nvSpPr>
        <p:spPr bwMode="auto">
          <a:xfrm>
            <a:off x="2609373" y="4810264"/>
            <a:ext cx="227626" cy="26827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微软雅黑"/>
                <a:cs typeface="+mn-ea"/>
              </a:rPr>
              <a:t>85</a:t>
            </a:r>
            <a:endParaRPr lang="en-US" sz="160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sp>
        <p:nvSpPr>
          <p:cNvPr id="1916017127" name="Rectangle 146"/>
          <p:cNvSpPr/>
          <p:nvPr/>
        </p:nvSpPr>
        <p:spPr bwMode="auto">
          <a:xfrm>
            <a:off x="3147644" y="4810264"/>
            <a:ext cx="227626" cy="26827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微软雅黑"/>
                <a:cs typeface="+mn-ea"/>
              </a:rPr>
              <a:t>40</a:t>
            </a:r>
            <a:endParaRPr lang="en-US" sz="160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sp>
        <p:nvSpPr>
          <p:cNvPr id="707924923" name="Rectangle 147"/>
          <p:cNvSpPr/>
          <p:nvPr/>
        </p:nvSpPr>
        <p:spPr bwMode="auto">
          <a:xfrm>
            <a:off x="3685915" y="4810264"/>
            <a:ext cx="227626" cy="26827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微软雅黑"/>
                <a:cs typeface="+mn-ea"/>
              </a:rPr>
              <a:t>60</a:t>
            </a:r>
            <a:endParaRPr lang="en-US" sz="160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sp>
        <p:nvSpPr>
          <p:cNvPr id="685872430" name="Rectangle 148"/>
          <p:cNvSpPr/>
          <p:nvPr/>
        </p:nvSpPr>
        <p:spPr bwMode="auto">
          <a:xfrm>
            <a:off x="4224186" y="4810264"/>
            <a:ext cx="227626" cy="26827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微软雅黑"/>
                <a:cs typeface="+mn-ea"/>
              </a:rPr>
              <a:t>80</a:t>
            </a:r>
            <a:endParaRPr lang="en-US" sz="160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grpSp>
        <p:nvGrpSpPr>
          <p:cNvPr id="1721347438" name="Group 149"/>
          <p:cNvGrpSpPr/>
          <p:nvPr/>
        </p:nvGrpSpPr>
        <p:grpSpPr bwMode="auto">
          <a:xfrm>
            <a:off x="6389434" y="2305418"/>
            <a:ext cx="2090836" cy="701095"/>
            <a:chOff x="4597686" y="3155872"/>
            <a:chExt cx="1583966" cy="498584"/>
          </a:xfrm>
        </p:grpSpPr>
        <p:sp>
          <p:nvSpPr>
            <p:cNvPr id="151" name="TextBox 150"/>
            <p:cNvSpPr txBox="1"/>
            <p:nvPr/>
          </p:nvSpPr>
          <p:spPr bwMode="auto">
            <a:xfrm>
              <a:off x="4597686" y="3155872"/>
              <a:ext cx="1542506" cy="1679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sz="14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请替换文字内容</a:t>
              </a:r>
              <a:endPara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52" name="TextBox 151"/>
            <p:cNvSpPr txBox="1"/>
            <p:nvPr/>
          </p:nvSpPr>
          <p:spPr bwMode="auto">
            <a:xfrm>
              <a:off x="4597686" y="3348942"/>
              <a:ext cx="1583966" cy="30551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defTabSz="1285875">
                <a:lnSpc>
                  <a:spcPct val="120000"/>
                </a:lnSpc>
                <a:spcBef>
                  <a:spcPts val="0"/>
                </a:spcBef>
                <a:defRPr/>
              </a:pPr>
              <a:r>
                <a:rPr lang="en-US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Please replace text, click add relevant headline, modify the text content, also can copy your content to this directly.</a:t>
              </a:r>
              <a:endPara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2058098239" name="Group 152"/>
          <p:cNvGrpSpPr/>
          <p:nvPr/>
        </p:nvGrpSpPr>
        <p:grpSpPr bwMode="auto">
          <a:xfrm>
            <a:off x="9386634" y="2305418"/>
            <a:ext cx="2036110" cy="701095"/>
            <a:chOff x="6978976" y="3155872"/>
            <a:chExt cx="1542507" cy="498584"/>
          </a:xfrm>
        </p:grpSpPr>
        <p:sp>
          <p:nvSpPr>
            <p:cNvPr id="154" name="TextBox 153"/>
            <p:cNvSpPr txBox="1"/>
            <p:nvPr/>
          </p:nvSpPr>
          <p:spPr bwMode="auto">
            <a:xfrm>
              <a:off x="6978977" y="3155872"/>
              <a:ext cx="1542506" cy="1679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sz="14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请替换文字内容</a:t>
              </a:r>
              <a:endPara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55" name="TextBox 154"/>
            <p:cNvSpPr txBox="1"/>
            <p:nvPr/>
          </p:nvSpPr>
          <p:spPr bwMode="auto">
            <a:xfrm>
              <a:off x="6978976" y="3348942"/>
              <a:ext cx="1542507" cy="30551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defTabSz="1285875">
                <a:lnSpc>
                  <a:spcPct val="120000"/>
                </a:lnSpc>
                <a:spcBef>
                  <a:spcPts val="0"/>
                </a:spcBef>
                <a:defRPr/>
              </a:pPr>
              <a:r>
                <a:rPr lang="en-US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Please replace text, click add relevant headline, modify the text content, also can copy your content to this directly.</a:t>
              </a:r>
              <a:endPara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1659145292" name="Group 155"/>
          <p:cNvGrpSpPr/>
          <p:nvPr/>
        </p:nvGrpSpPr>
        <p:grpSpPr bwMode="auto">
          <a:xfrm>
            <a:off x="6389434" y="3213449"/>
            <a:ext cx="2036110" cy="701095"/>
            <a:chOff x="4597685" y="3914331"/>
            <a:chExt cx="1542507" cy="498583"/>
          </a:xfrm>
        </p:grpSpPr>
        <p:sp>
          <p:nvSpPr>
            <p:cNvPr id="157" name="TextBox 156"/>
            <p:cNvSpPr txBox="1"/>
            <p:nvPr/>
          </p:nvSpPr>
          <p:spPr bwMode="auto">
            <a:xfrm>
              <a:off x="4597686" y="3914331"/>
              <a:ext cx="1542506" cy="1679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sz="14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请替换文字内容</a:t>
              </a:r>
              <a:endPara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58" name="TextBox 157"/>
            <p:cNvSpPr txBox="1"/>
            <p:nvPr/>
          </p:nvSpPr>
          <p:spPr bwMode="auto">
            <a:xfrm>
              <a:off x="4597685" y="4107401"/>
              <a:ext cx="1542507" cy="3055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defTabSz="1285875">
                <a:lnSpc>
                  <a:spcPct val="120000"/>
                </a:lnSpc>
                <a:spcBef>
                  <a:spcPts val="0"/>
                </a:spcBef>
                <a:defRPr/>
              </a:pPr>
              <a:r>
                <a:rPr lang="en-US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Please replace text, click add relevant headline, modify the text content, also can copy your content to this directly.</a:t>
              </a:r>
              <a:endPara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1877714526" name="Group 158"/>
          <p:cNvGrpSpPr/>
          <p:nvPr/>
        </p:nvGrpSpPr>
        <p:grpSpPr bwMode="auto">
          <a:xfrm>
            <a:off x="9386634" y="3213449"/>
            <a:ext cx="2036110" cy="701095"/>
            <a:chOff x="6978976" y="3914331"/>
            <a:chExt cx="1542507" cy="498583"/>
          </a:xfrm>
        </p:grpSpPr>
        <p:sp>
          <p:nvSpPr>
            <p:cNvPr id="160" name="TextBox 159"/>
            <p:cNvSpPr txBox="1"/>
            <p:nvPr/>
          </p:nvSpPr>
          <p:spPr bwMode="auto">
            <a:xfrm>
              <a:off x="6978977" y="3914331"/>
              <a:ext cx="1542506" cy="1679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sz="14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请替换文字内容</a:t>
              </a:r>
              <a:endPara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61" name="TextBox 160"/>
            <p:cNvSpPr txBox="1"/>
            <p:nvPr/>
          </p:nvSpPr>
          <p:spPr bwMode="auto">
            <a:xfrm>
              <a:off x="6978976" y="4107401"/>
              <a:ext cx="1542507" cy="3055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defTabSz="1285875">
                <a:lnSpc>
                  <a:spcPct val="120000"/>
                </a:lnSpc>
                <a:spcBef>
                  <a:spcPts val="0"/>
                </a:spcBef>
                <a:defRPr/>
              </a:pPr>
              <a:r>
                <a:rPr lang="en-US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Please replace text, click add relevant headline, modify the text content, also can copy your content to this directly.</a:t>
              </a:r>
              <a:r>
                <a:rPr lang="en-US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 </a:t>
              </a:r>
              <a:endPara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799945528" name="Group 161"/>
          <p:cNvGrpSpPr/>
          <p:nvPr/>
        </p:nvGrpSpPr>
        <p:grpSpPr bwMode="auto">
          <a:xfrm>
            <a:off x="6389434" y="4239172"/>
            <a:ext cx="2036110" cy="701095"/>
            <a:chOff x="4597685" y="3914331"/>
            <a:chExt cx="1542507" cy="498583"/>
          </a:xfrm>
        </p:grpSpPr>
        <p:sp>
          <p:nvSpPr>
            <p:cNvPr id="163" name="TextBox 162"/>
            <p:cNvSpPr txBox="1"/>
            <p:nvPr/>
          </p:nvSpPr>
          <p:spPr bwMode="auto">
            <a:xfrm>
              <a:off x="4597686" y="3914331"/>
              <a:ext cx="1542506" cy="1679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sz="14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请替换文字内容</a:t>
              </a:r>
              <a:endPara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64" name="TextBox 163"/>
            <p:cNvSpPr txBox="1"/>
            <p:nvPr/>
          </p:nvSpPr>
          <p:spPr bwMode="auto">
            <a:xfrm>
              <a:off x="4597685" y="4107401"/>
              <a:ext cx="1542507" cy="3055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defTabSz="1285875">
                <a:lnSpc>
                  <a:spcPct val="120000"/>
                </a:lnSpc>
                <a:spcBef>
                  <a:spcPts val="0"/>
                </a:spcBef>
                <a:defRPr/>
              </a:pPr>
              <a:r>
                <a:rPr lang="en-US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Please replace text, click add relevant headline, modify the text content, also can copy your content to this directly.</a:t>
              </a:r>
              <a:endPara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937283312" name="Group 164"/>
          <p:cNvGrpSpPr/>
          <p:nvPr/>
        </p:nvGrpSpPr>
        <p:grpSpPr bwMode="auto">
          <a:xfrm>
            <a:off x="9386634" y="4239172"/>
            <a:ext cx="2036110" cy="701095"/>
            <a:chOff x="6978976" y="3914331"/>
            <a:chExt cx="1542507" cy="498583"/>
          </a:xfrm>
        </p:grpSpPr>
        <p:sp>
          <p:nvSpPr>
            <p:cNvPr id="166" name="TextBox 165"/>
            <p:cNvSpPr txBox="1"/>
            <p:nvPr/>
          </p:nvSpPr>
          <p:spPr bwMode="auto">
            <a:xfrm>
              <a:off x="6978977" y="3914331"/>
              <a:ext cx="1542506" cy="1679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sz="14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请替换文字内容</a:t>
              </a:r>
              <a:endPara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67" name="TextBox 166"/>
            <p:cNvSpPr txBox="1"/>
            <p:nvPr/>
          </p:nvSpPr>
          <p:spPr bwMode="auto">
            <a:xfrm>
              <a:off x="6978976" y="4107401"/>
              <a:ext cx="1542507" cy="3055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defTabSz="1285875">
                <a:lnSpc>
                  <a:spcPct val="120000"/>
                </a:lnSpc>
                <a:spcBef>
                  <a:spcPts val="0"/>
                </a:spcBef>
                <a:defRPr/>
              </a:pPr>
              <a:r>
                <a:rPr lang="en-US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Please replace text, click add relevant headline, modify the text content, also can copy your content to this directly.</a:t>
              </a:r>
              <a:r>
                <a:rPr lang="en-US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  <a:cs typeface="+mn-ea"/>
                </a:rPr>
                <a:t> </a:t>
              </a:r>
              <a:endPara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1496467883" name="Group 167"/>
          <p:cNvGrpSpPr/>
          <p:nvPr/>
        </p:nvGrpSpPr>
        <p:grpSpPr bwMode="auto">
          <a:xfrm>
            <a:off x="8674821" y="4215707"/>
            <a:ext cx="659525" cy="640643"/>
            <a:chOff x="6299532" y="4190009"/>
            <a:chExt cx="469021" cy="455593"/>
          </a:xfrm>
        </p:grpSpPr>
        <p:sp>
          <p:nvSpPr>
            <p:cNvPr id="169" name="Oval 168"/>
            <p:cNvSpPr>
              <a:spLocks noChangeAspect="1"/>
            </p:cNvSpPr>
            <p:nvPr/>
          </p:nvSpPr>
          <p:spPr bwMode="auto">
            <a:xfrm>
              <a:off x="6299532" y="4190009"/>
              <a:ext cx="469021" cy="45559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endParaRPr lang="en-US" sz="80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70" name="Freeform 63"/>
            <p:cNvSpPr>
              <a:spLocks noEditPoints="1"/>
            </p:cNvSpPr>
            <p:nvPr/>
          </p:nvSpPr>
          <p:spPr bwMode="auto">
            <a:xfrm>
              <a:off x="6386874" y="4310694"/>
              <a:ext cx="294337" cy="214222"/>
            </a:xfrm>
            <a:custGeom>
              <a:avLst/>
              <a:gdLst/>
              <a:ahLst/>
              <a:cxnLst>
                <a:cxn ang="0">
                  <a:pos x="62" y="57"/>
                </a:cxn>
                <a:cxn ang="0">
                  <a:pos x="18" y="57"/>
                </a:cxn>
                <a:cxn ang="0">
                  <a:pos x="0" y="39"/>
                </a:cxn>
                <a:cxn ang="0">
                  <a:pos x="11" y="23"/>
                </a:cxn>
                <a:cxn ang="0">
                  <a:pos x="11" y="21"/>
                </a:cxn>
                <a:cxn ang="0">
                  <a:pos x="31" y="0"/>
                </a:cxn>
                <a:cxn ang="0">
                  <a:pos x="50" y="13"/>
                </a:cxn>
                <a:cxn ang="0">
                  <a:pos x="57" y="11"/>
                </a:cxn>
                <a:cxn ang="0">
                  <a:pos x="67" y="21"/>
                </a:cxn>
                <a:cxn ang="0">
                  <a:pos x="66" y="27"/>
                </a:cxn>
                <a:cxn ang="0">
                  <a:pos x="78" y="42"/>
                </a:cxn>
                <a:cxn ang="0">
                  <a:pos x="62" y="57"/>
                </a:cxn>
                <a:cxn ang="0">
                  <a:pos x="51" y="31"/>
                </a:cxn>
                <a:cxn ang="0">
                  <a:pos x="42" y="31"/>
                </a:cxn>
                <a:cxn ang="0">
                  <a:pos x="42" y="17"/>
                </a:cxn>
                <a:cxn ang="0">
                  <a:pos x="40" y="16"/>
                </a:cxn>
                <a:cxn ang="0">
                  <a:pos x="33" y="16"/>
                </a:cxn>
                <a:cxn ang="0">
                  <a:pos x="31" y="17"/>
                </a:cxn>
                <a:cxn ang="0">
                  <a:pos x="31" y="31"/>
                </a:cxn>
                <a:cxn ang="0">
                  <a:pos x="22" y="31"/>
                </a:cxn>
                <a:cxn ang="0">
                  <a:pos x="21" y="33"/>
                </a:cxn>
                <a:cxn ang="0">
                  <a:pos x="21" y="34"/>
                </a:cxn>
                <a:cxn ang="0">
                  <a:pos x="36" y="48"/>
                </a:cxn>
                <a:cxn ang="0">
                  <a:pos x="36" y="48"/>
                </a:cxn>
                <a:cxn ang="0">
                  <a:pos x="37" y="48"/>
                </a:cxn>
                <a:cxn ang="0">
                  <a:pos x="51" y="34"/>
                </a:cxn>
                <a:cxn ang="0">
                  <a:pos x="52" y="33"/>
                </a:cxn>
                <a:cxn ang="0">
                  <a:pos x="51" y="31"/>
                </a:cxn>
              </a:cxnLst>
              <a:rect l="0" t="0" r="r" b="b"/>
              <a:pathLst>
                <a:path w="78" h="57" fill="norm" stroke="1" extrusionOk="0">
                  <a:moveTo>
                    <a:pt x="62" y="57"/>
                  </a:moveTo>
                  <a:cubicBezTo>
                    <a:pt x="18" y="57"/>
                    <a:pt x="18" y="57"/>
                    <a:pt x="18" y="57"/>
                  </a:cubicBezTo>
                  <a:cubicBezTo>
                    <a:pt x="9" y="57"/>
                    <a:pt x="0" y="49"/>
                    <a:pt x="0" y="39"/>
                  </a:cubicBezTo>
                  <a:cubicBezTo>
                    <a:pt x="0" y="32"/>
                    <a:pt x="5" y="26"/>
                    <a:pt x="11" y="23"/>
                  </a:cubicBezTo>
                  <a:cubicBezTo>
                    <a:pt x="11" y="22"/>
                    <a:pt x="11" y="22"/>
                    <a:pt x="11" y="21"/>
                  </a:cubicBezTo>
                  <a:cubicBezTo>
                    <a:pt x="11" y="10"/>
                    <a:pt x="20" y="0"/>
                    <a:pt x="31" y="0"/>
                  </a:cubicBezTo>
                  <a:cubicBezTo>
                    <a:pt x="40" y="0"/>
                    <a:pt x="47" y="6"/>
                    <a:pt x="50" y="13"/>
                  </a:cubicBezTo>
                  <a:cubicBezTo>
                    <a:pt x="52" y="12"/>
                    <a:pt x="55" y="11"/>
                    <a:pt x="57" y="11"/>
                  </a:cubicBezTo>
                  <a:cubicBezTo>
                    <a:pt x="63" y="11"/>
                    <a:pt x="67" y="15"/>
                    <a:pt x="67" y="21"/>
                  </a:cubicBezTo>
                  <a:cubicBezTo>
                    <a:pt x="67" y="23"/>
                    <a:pt x="67" y="25"/>
                    <a:pt x="66" y="27"/>
                  </a:cubicBezTo>
                  <a:cubicBezTo>
                    <a:pt x="73" y="28"/>
                    <a:pt x="78" y="34"/>
                    <a:pt x="78" y="42"/>
                  </a:cubicBezTo>
                  <a:cubicBezTo>
                    <a:pt x="78" y="50"/>
                    <a:pt x="71" y="57"/>
                    <a:pt x="62" y="57"/>
                  </a:cubicBezTo>
                  <a:close/>
                  <a:moveTo>
                    <a:pt x="51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16"/>
                    <a:pt x="41" y="16"/>
                    <a:pt x="4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2" y="16"/>
                    <a:pt x="31" y="16"/>
                    <a:pt x="31" y="17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22" y="31"/>
                    <a:pt x="22" y="31"/>
                    <a:pt x="22" y="31"/>
                  </a:cubicBezTo>
                  <a:cubicBezTo>
                    <a:pt x="22" y="31"/>
                    <a:pt x="21" y="32"/>
                    <a:pt x="21" y="33"/>
                  </a:cubicBezTo>
                  <a:cubicBezTo>
                    <a:pt x="21" y="33"/>
                    <a:pt x="21" y="33"/>
                    <a:pt x="21" y="34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3"/>
                    <a:pt x="52" y="33"/>
                    <a:pt x="52" y="33"/>
                  </a:cubicBezTo>
                  <a:cubicBezTo>
                    <a:pt x="52" y="32"/>
                    <a:pt x="51" y="31"/>
                    <a:pt x="51" y="31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8580" tIns="64290" rIns="128580" bIns="64290" numCol="1" anchor="t" anchorCtr="0" compatLnSpc="1"/>
            <a:lstStyle/>
            <a:p>
              <a:pPr>
                <a:lnSpc>
                  <a:spcPct val="120000"/>
                </a:lnSpc>
                <a:defRPr/>
              </a:pPr>
              <a:endParaRPr lang="en-US" sz="800"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2027342512" name="Group 170"/>
          <p:cNvGrpSpPr/>
          <p:nvPr/>
        </p:nvGrpSpPr>
        <p:grpSpPr bwMode="auto">
          <a:xfrm>
            <a:off x="5648471" y="2277304"/>
            <a:ext cx="659525" cy="640643"/>
            <a:chOff x="630683" y="3383511"/>
            <a:chExt cx="469021" cy="455593"/>
          </a:xfrm>
        </p:grpSpPr>
        <p:sp>
          <p:nvSpPr>
            <p:cNvPr id="172" name="Oval 171"/>
            <p:cNvSpPr>
              <a:spLocks noChangeAspect="1"/>
            </p:cNvSpPr>
            <p:nvPr/>
          </p:nvSpPr>
          <p:spPr bwMode="auto">
            <a:xfrm>
              <a:off x="630683" y="3383511"/>
              <a:ext cx="469021" cy="4555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endParaRPr lang="en-US" sz="80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73" name="Freeform 117"/>
            <p:cNvSpPr/>
            <p:nvPr/>
          </p:nvSpPr>
          <p:spPr bwMode="auto">
            <a:xfrm>
              <a:off x="730012" y="3476126"/>
              <a:ext cx="270363" cy="270363"/>
            </a:xfrm>
            <a:custGeom>
              <a:avLst/>
              <a:gdLst/>
              <a:ahLst/>
              <a:cxnLst>
                <a:cxn ang="0">
                  <a:pos x="56" y="51"/>
                </a:cxn>
                <a:cxn ang="0">
                  <a:pos x="51" y="55"/>
                </a:cxn>
                <a:cxn ang="0">
                  <a:pos x="43" y="57"/>
                </a:cxn>
                <a:cxn ang="0">
                  <a:pos x="33" y="54"/>
                </a:cxn>
                <a:cxn ang="0">
                  <a:pos x="26" y="51"/>
                </a:cxn>
                <a:cxn ang="0">
                  <a:pos x="7" y="32"/>
                </a:cxn>
                <a:cxn ang="0">
                  <a:pos x="3" y="25"/>
                </a:cxn>
                <a:cxn ang="0">
                  <a:pos x="0" y="14"/>
                </a:cxn>
                <a:cxn ang="0">
                  <a:pos x="3" y="7"/>
                </a:cxn>
                <a:cxn ang="0">
                  <a:pos x="7" y="2"/>
                </a:cxn>
                <a:cxn ang="0">
                  <a:pos x="12" y="0"/>
                </a:cxn>
                <a:cxn ang="0">
                  <a:pos x="13" y="1"/>
                </a:cxn>
                <a:cxn ang="0">
                  <a:pos x="15" y="4"/>
                </a:cxn>
                <a:cxn ang="0">
                  <a:pos x="19" y="10"/>
                </a:cxn>
                <a:cxn ang="0">
                  <a:pos x="21" y="14"/>
                </a:cxn>
                <a:cxn ang="0">
                  <a:pos x="14" y="22"/>
                </a:cxn>
                <a:cxn ang="0">
                  <a:pos x="15" y="26"/>
                </a:cxn>
                <a:cxn ang="0">
                  <a:pos x="32" y="42"/>
                </a:cxn>
                <a:cxn ang="0">
                  <a:pos x="35" y="44"/>
                </a:cxn>
                <a:cxn ang="0">
                  <a:pos x="43" y="36"/>
                </a:cxn>
                <a:cxn ang="0">
                  <a:pos x="47" y="38"/>
                </a:cxn>
                <a:cxn ang="0">
                  <a:pos x="54" y="42"/>
                </a:cxn>
                <a:cxn ang="0">
                  <a:pos x="57" y="44"/>
                </a:cxn>
                <a:cxn ang="0">
                  <a:pos x="57" y="45"/>
                </a:cxn>
                <a:cxn ang="0">
                  <a:pos x="56" y="51"/>
                </a:cxn>
              </a:cxnLst>
              <a:rect l="0" t="0" r="r" b="b"/>
              <a:pathLst>
                <a:path w="57" h="57" fill="norm" stroke="1" extrusionOk="0">
                  <a:moveTo>
                    <a:pt x="56" y="51"/>
                  </a:moveTo>
                  <a:cubicBezTo>
                    <a:pt x="55" y="53"/>
                    <a:pt x="53" y="54"/>
                    <a:pt x="51" y="55"/>
                  </a:cubicBezTo>
                  <a:cubicBezTo>
                    <a:pt x="49" y="56"/>
                    <a:pt x="46" y="57"/>
                    <a:pt x="43" y="57"/>
                  </a:cubicBezTo>
                  <a:cubicBezTo>
                    <a:pt x="40" y="57"/>
                    <a:pt x="36" y="55"/>
                    <a:pt x="33" y="54"/>
                  </a:cubicBezTo>
                  <a:cubicBezTo>
                    <a:pt x="30" y="53"/>
                    <a:pt x="28" y="52"/>
                    <a:pt x="26" y="51"/>
                  </a:cubicBezTo>
                  <a:cubicBezTo>
                    <a:pt x="19" y="47"/>
                    <a:pt x="11" y="38"/>
                    <a:pt x="7" y="32"/>
                  </a:cubicBezTo>
                  <a:cubicBezTo>
                    <a:pt x="5" y="29"/>
                    <a:pt x="4" y="27"/>
                    <a:pt x="3" y="25"/>
                  </a:cubicBezTo>
                  <a:cubicBezTo>
                    <a:pt x="2" y="21"/>
                    <a:pt x="0" y="18"/>
                    <a:pt x="0" y="14"/>
                  </a:cubicBezTo>
                  <a:cubicBezTo>
                    <a:pt x="0" y="11"/>
                    <a:pt x="1" y="9"/>
                    <a:pt x="3" y="7"/>
                  </a:cubicBezTo>
                  <a:cubicBezTo>
                    <a:pt x="4" y="5"/>
                    <a:pt x="5" y="3"/>
                    <a:pt x="7" y="2"/>
                  </a:cubicBezTo>
                  <a:cubicBezTo>
                    <a:pt x="8" y="1"/>
                    <a:pt x="11" y="0"/>
                    <a:pt x="12" y="0"/>
                  </a:cubicBezTo>
                  <a:cubicBezTo>
                    <a:pt x="13" y="0"/>
                    <a:pt x="13" y="0"/>
                    <a:pt x="13" y="1"/>
                  </a:cubicBezTo>
                  <a:cubicBezTo>
                    <a:pt x="14" y="1"/>
                    <a:pt x="15" y="3"/>
                    <a:pt x="15" y="4"/>
                  </a:cubicBezTo>
                  <a:cubicBezTo>
                    <a:pt x="17" y="6"/>
                    <a:pt x="18" y="8"/>
                    <a:pt x="19" y="10"/>
                  </a:cubicBezTo>
                  <a:cubicBezTo>
                    <a:pt x="20" y="12"/>
                    <a:pt x="21" y="13"/>
                    <a:pt x="21" y="14"/>
                  </a:cubicBezTo>
                  <a:cubicBezTo>
                    <a:pt x="21" y="17"/>
                    <a:pt x="14" y="20"/>
                    <a:pt x="14" y="22"/>
                  </a:cubicBezTo>
                  <a:cubicBezTo>
                    <a:pt x="14" y="23"/>
                    <a:pt x="15" y="25"/>
                    <a:pt x="15" y="26"/>
                  </a:cubicBezTo>
                  <a:cubicBezTo>
                    <a:pt x="19" y="33"/>
                    <a:pt x="24" y="38"/>
                    <a:pt x="32" y="42"/>
                  </a:cubicBezTo>
                  <a:cubicBezTo>
                    <a:pt x="33" y="43"/>
                    <a:pt x="34" y="44"/>
                    <a:pt x="35" y="44"/>
                  </a:cubicBezTo>
                  <a:cubicBezTo>
                    <a:pt x="37" y="44"/>
                    <a:pt x="41" y="36"/>
                    <a:pt x="43" y="36"/>
                  </a:cubicBezTo>
                  <a:cubicBezTo>
                    <a:pt x="45" y="36"/>
                    <a:pt x="46" y="38"/>
                    <a:pt x="47" y="38"/>
                  </a:cubicBezTo>
                  <a:cubicBezTo>
                    <a:pt x="49" y="40"/>
                    <a:pt x="52" y="41"/>
                    <a:pt x="54" y="42"/>
                  </a:cubicBezTo>
                  <a:cubicBezTo>
                    <a:pt x="55" y="43"/>
                    <a:pt x="57" y="43"/>
                    <a:pt x="57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7"/>
                    <a:pt x="56" y="49"/>
                    <a:pt x="56" y="51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8580" tIns="64290" rIns="128580" bIns="64290" numCol="1" anchor="t" anchorCtr="0" compatLnSpc="1"/>
            <a:lstStyle/>
            <a:p>
              <a:pPr>
                <a:lnSpc>
                  <a:spcPct val="120000"/>
                </a:lnSpc>
                <a:defRPr/>
              </a:pPr>
              <a:endParaRPr lang="en-US" sz="800"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1687795516" name="Group 173"/>
          <p:cNvGrpSpPr/>
          <p:nvPr/>
        </p:nvGrpSpPr>
        <p:grpSpPr bwMode="auto">
          <a:xfrm>
            <a:off x="5648471" y="4215707"/>
            <a:ext cx="659525" cy="640643"/>
            <a:chOff x="3428938" y="4190009"/>
            <a:chExt cx="469021" cy="455593"/>
          </a:xfrm>
        </p:grpSpPr>
        <p:sp>
          <p:nvSpPr>
            <p:cNvPr id="175" name="Oval 174"/>
            <p:cNvSpPr>
              <a:spLocks noChangeAspect="1"/>
            </p:cNvSpPr>
            <p:nvPr/>
          </p:nvSpPr>
          <p:spPr bwMode="auto">
            <a:xfrm>
              <a:off x="3428938" y="4190009"/>
              <a:ext cx="469021" cy="45559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endParaRPr lang="en-US" sz="80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76" name="Freeform 83"/>
            <p:cNvSpPr>
              <a:spLocks noEditPoints="1"/>
            </p:cNvSpPr>
            <p:nvPr/>
          </p:nvSpPr>
          <p:spPr bwMode="auto">
            <a:xfrm>
              <a:off x="3571129" y="4279327"/>
              <a:ext cx="184638" cy="276957"/>
            </a:xfrm>
            <a:custGeom>
              <a:avLst/>
              <a:gdLst/>
              <a:ahLst/>
              <a:cxnLst>
                <a:cxn ang="0">
                  <a:pos x="38" y="26"/>
                </a:cxn>
                <a:cxn ang="0">
                  <a:pos x="24" y="55"/>
                </a:cxn>
                <a:cxn ang="0">
                  <a:pos x="20" y="58"/>
                </a:cxn>
                <a:cxn ang="0">
                  <a:pos x="16" y="55"/>
                </a:cxn>
                <a:cxn ang="0">
                  <a:pos x="2" y="26"/>
                </a:cxn>
                <a:cxn ang="0">
                  <a:pos x="0" y="19"/>
                </a:cxn>
                <a:cxn ang="0">
                  <a:pos x="20" y="0"/>
                </a:cxn>
                <a:cxn ang="0">
                  <a:pos x="39" y="19"/>
                </a:cxn>
                <a:cxn ang="0">
                  <a:pos x="38" y="26"/>
                </a:cxn>
                <a:cxn ang="0">
                  <a:pos x="20" y="9"/>
                </a:cxn>
                <a:cxn ang="0">
                  <a:pos x="10" y="19"/>
                </a:cxn>
                <a:cxn ang="0">
                  <a:pos x="20" y="29"/>
                </a:cxn>
                <a:cxn ang="0">
                  <a:pos x="30" y="19"/>
                </a:cxn>
                <a:cxn ang="0">
                  <a:pos x="20" y="9"/>
                </a:cxn>
              </a:cxnLst>
              <a:rect l="0" t="0" r="r" b="b"/>
              <a:pathLst>
                <a:path w="39" h="58" fill="norm" stroke="1" extrusionOk="0">
                  <a:moveTo>
                    <a:pt x="38" y="26"/>
                  </a:moveTo>
                  <a:cubicBezTo>
                    <a:pt x="24" y="55"/>
                    <a:pt x="24" y="55"/>
                    <a:pt x="24" y="55"/>
                  </a:cubicBezTo>
                  <a:cubicBezTo>
                    <a:pt x="23" y="57"/>
                    <a:pt x="22" y="58"/>
                    <a:pt x="20" y="58"/>
                  </a:cubicBezTo>
                  <a:cubicBezTo>
                    <a:pt x="18" y="58"/>
                    <a:pt x="16" y="57"/>
                    <a:pt x="16" y="55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1" y="24"/>
                    <a:pt x="0" y="21"/>
                    <a:pt x="0" y="19"/>
                  </a:cubicBezTo>
                  <a:cubicBezTo>
                    <a:pt x="0" y="8"/>
                    <a:pt x="9" y="0"/>
                    <a:pt x="20" y="0"/>
                  </a:cubicBezTo>
                  <a:cubicBezTo>
                    <a:pt x="31" y="0"/>
                    <a:pt x="39" y="8"/>
                    <a:pt x="39" y="19"/>
                  </a:cubicBezTo>
                  <a:cubicBezTo>
                    <a:pt x="39" y="21"/>
                    <a:pt x="39" y="24"/>
                    <a:pt x="38" y="26"/>
                  </a:cubicBezTo>
                  <a:close/>
                  <a:moveTo>
                    <a:pt x="20" y="9"/>
                  </a:moveTo>
                  <a:cubicBezTo>
                    <a:pt x="15" y="9"/>
                    <a:pt x="10" y="14"/>
                    <a:pt x="10" y="19"/>
                  </a:cubicBezTo>
                  <a:cubicBezTo>
                    <a:pt x="10" y="24"/>
                    <a:pt x="15" y="29"/>
                    <a:pt x="20" y="29"/>
                  </a:cubicBezTo>
                  <a:cubicBezTo>
                    <a:pt x="25" y="29"/>
                    <a:pt x="30" y="24"/>
                    <a:pt x="30" y="19"/>
                  </a:cubicBezTo>
                  <a:cubicBezTo>
                    <a:pt x="30" y="14"/>
                    <a:pt x="25" y="9"/>
                    <a:pt x="20" y="9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8580" tIns="64290" rIns="128580" bIns="64290" numCol="1" anchor="t" anchorCtr="0" compatLnSpc="1"/>
            <a:lstStyle/>
            <a:p>
              <a:pPr>
                <a:lnSpc>
                  <a:spcPct val="120000"/>
                </a:lnSpc>
                <a:defRPr/>
              </a:pPr>
              <a:endParaRPr lang="en-US" sz="800"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991352299" name="Group 176"/>
          <p:cNvGrpSpPr/>
          <p:nvPr/>
        </p:nvGrpSpPr>
        <p:grpSpPr bwMode="auto">
          <a:xfrm>
            <a:off x="5648471" y="3229350"/>
            <a:ext cx="659525" cy="640643"/>
            <a:chOff x="6299532" y="3384456"/>
            <a:chExt cx="469021" cy="455593"/>
          </a:xfrm>
        </p:grpSpPr>
        <p:sp>
          <p:nvSpPr>
            <p:cNvPr id="178" name="Oval 177"/>
            <p:cNvSpPr>
              <a:spLocks noChangeAspect="1"/>
            </p:cNvSpPr>
            <p:nvPr/>
          </p:nvSpPr>
          <p:spPr bwMode="auto">
            <a:xfrm>
              <a:off x="6299532" y="3384456"/>
              <a:ext cx="469021" cy="45559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endParaRPr lang="en-US" sz="80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79" name="Freeform 36"/>
            <p:cNvSpPr>
              <a:spLocks noEditPoints="1"/>
            </p:cNvSpPr>
            <p:nvPr/>
          </p:nvSpPr>
          <p:spPr bwMode="auto">
            <a:xfrm>
              <a:off x="6435895" y="3505670"/>
              <a:ext cx="196295" cy="213164"/>
            </a:xfrm>
            <a:custGeom>
              <a:avLst/>
              <a:gdLst/>
              <a:ahLst/>
              <a:cxnLst>
                <a:cxn ang="0">
                  <a:pos x="55" y="64"/>
                </a:cxn>
                <a:cxn ang="0">
                  <a:pos x="0" y="59"/>
                </a:cxn>
                <a:cxn ang="0">
                  <a:pos x="4" y="9"/>
                </a:cxn>
                <a:cxn ang="0">
                  <a:pos x="9" y="5"/>
                </a:cxn>
                <a:cxn ang="0">
                  <a:pos x="17" y="0"/>
                </a:cxn>
                <a:cxn ang="0">
                  <a:pos x="23" y="9"/>
                </a:cxn>
                <a:cxn ang="0">
                  <a:pos x="36" y="5"/>
                </a:cxn>
                <a:cxn ang="0">
                  <a:pos x="44" y="0"/>
                </a:cxn>
                <a:cxn ang="0">
                  <a:pos x="50" y="9"/>
                </a:cxn>
                <a:cxn ang="0">
                  <a:pos x="59" y="13"/>
                </a:cxn>
                <a:cxn ang="0">
                  <a:pos x="15" y="33"/>
                </a:cxn>
                <a:cxn ang="0">
                  <a:pos x="4" y="23"/>
                </a:cxn>
                <a:cxn ang="0">
                  <a:pos x="15" y="33"/>
                </a:cxn>
                <a:cxn ang="0">
                  <a:pos x="15" y="35"/>
                </a:cxn>
                <a:cxn ang="0">
                  <a:pos x="4" y="47"/>
                </a:cxn>
                <a:cxn ang="0">
                  <a:pos x="15" y="59"/>
                </a:cxn>
                <a:cxn ang="0">
                  <a:pos x="4" y="49"/>
                </a:cxn>
                <a:cxn ang="0">
                  <a:pos x="15" y="59"/>
                </a:cxn>
                <a:cxn ang="0">
                  <a:pos x="17" y="4"/>
                </a:cxn>
                <a:cxn ang="0">
                  <a:pos x="13" y="5"/>
                </a:cxn>
                <a:cxn ang="0">
                  <a:pos x="15" y="17"/>
                </a:cxn>
                <a:cxn ang="0">
                  <a:pos x="18" y="16"/>
                </a:cxn>
                <a:cxn ang="0">
                  <a:pos x="28" y="33"/>
                </a:cxn>
                <a:cxn ang="0">
                  <a:pos x="17" y="23"/>
                </a:cxn>
                <a:cxn ang="0">
                  <a:pos x="28" y="33"/>
                </a:cxn>
                <a:cxn ang="0">
                  <a:pos x="28" y="35"/>
                </a:cxn>
                <a:cxn ang="0">
                  <a:pos x="17" y="47"/>
                </a:cxn>
                <a:cxn ang="0">
                  <a:pos x="28" y="59"/>
                </a:cxn>
                <a:cxn ang="0">
                  <a:pos x="17" y="49"/>
                </a:cxn>
                <a:cxn ang="0">
                  <a:pos x="28" y="59"/>
                </a:cxn>
                <a:cxn ang="0">
                  <a:pos x="42" y="23"/>
                </a:cxn>
                <a:cxn ang="0">
                  <a:pos x="31" y="33"/>
                </a:cxn>
                <a:cxn ang="0">
                  <a:pos x="42" y="47"/>
                </a:cxn>
                <a:cxn ang="0">
                  <a:pos x="31" y="35"/>
                </a:cxn>
                <a:cxn ang="0">
                  <a:pos x="42" y="47"/>
                </a:cxn>
                <a:cxn ang="0">
                  <a:pos x="42" y="49"/>
                </a:cxn>
                <a:cxn ang="0">
                  <a:pos x="31" y="59"/>
                </a:cxn>
                <a:cxn ang="0">
                  <a:pos x="45" y="5"/>
                </a:cxn>
                <a:cxn ang="0">
                  <a:pos x="42" y="4"/>
                </a:cxn>
                <a:cxn ang="0">
                  <a:pos x="41" y="16"/>
                </a:cxn>
                <a:cxn ang="0">
                  <a:pos x="44" y="17"/>
                </a:cxn>
                <a:cxn ang="0">
                  <a:pos x="45" y="5"/>
                </a:cxn>
                <a:cxn ang="0">
                  <a:pos x="55" y="23"/>
                </a:cxn>
                <a:cxn ang="0">
                  <a:pos x="44" y="33"/>
                </a:cxn>
                <a:cxn ang="0">
                  <a:pos x="55" y="47"/>
                </a:cxn>
                <a:cxn ang="0">
                  <a:pos x="44" y="35"/>
                </a:cxn>
                <a:cxn ang="0">
                  <a:pos x="55" y="47"/>
                </a:cxn>
                <a:cxn ang="0">
                  <a:pos x="55" y="49"/>
                </a:cxn>
                <a:cxn ang="0">
                  <a:pos x="44" y="59"/>
                </a:cxn>
              </a:cxnLst>
              <a:rect l="0" t="0" r="r" b="b"/>
              <a:pathLst>
                <a:path w="59" h="64" fill="norm" stroke="1" extrusionOk="0">
                  <a:moveTo>
                    <a:pt x="59" y="59"/>
                  </a:moveTo>
                  <a:cubicBezTo>
                    <a:pt x="59" y="62"/>
                    <a:pt x="57" y="64"/>
                    <a:pt x="55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2" y="64"/>
                    <a:pt x="0" y="62"/>
                    <a:pt x="0" y="59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1"/>
                    <a:pt x="2" y="9"/>
                    <a:pt x="4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2"/>
                    <a:pt x="11" y="0"/>
                    <a:pt x="15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0" y="0"/>
                    <a:pt x="23" y="2"/>
                    <a:pt x="23" y="5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2"/>
                    <a:pt x="39" y="0"/>
                    <a:pt x="42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7" y="0"/>
                    <a:pt x="50" y="2"/>
                    <a:pt x="50" y="5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7" y="9"/>
                    <a:pt x="59" y="11"/>
                    <a:pt x="59" y="13"/>
                  </a:cubicBezTo>
                  <a:lnTo>
                    <a:pt x="59" y="59"/>
                  </a:lnTo>
                  <a:close/>
                  <a:moveTo>
                    <a:pt x="15" y="33"/>
                  </a:moveTo>
                  <a:cubicBezTo>
                    <a:pt x="15" y="23"/>
                    <a:pt x="15" y="23"/>
                    <a:pt x="15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33"/>
                    <a:pt x="4" y="33"/>
                    <a:pt x="4" y="33"/>
                  </a:cubicBezTo>
                  <a:lnTo>
                    <a:pt x="15" y="33"/>
                  </a:lnTo>
                  <a:close/>
                  <a:moveTo>
                    <a:pt x="15" y="47"/>
                  </a:moveTo>
                  <a:cubicBezTo>
                    <a:pt x="15" y="35"/>
                    <a:pt x="15" y="35"/>
                    <a:pt x="15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4" y="47"/>
                    <a:pt x="4" y="47"/>
                    <a:pt x="4" y="47"/>
                  </a:cubicBezTo>
                  <a:lnTo>
                    <a:pt x="15" y="47"/>
                  </a:lnTo>
                  <a:close/>
                  <a:moveTo>
                    <a:pt x="15" y="59"/>
                  </a:moveTo>
                  <a:cubicBezTo>
                    <a:pt x="15" y="49"/>
                    <a:pt x="15" y="49"/>
                    <a:pt x="15" y="49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59"/>
                    <a:pt x="4" y="59"/>
                    <a:pt x="4" y="59"/>
                  </a:cubicBezTo>
                  <a:lnTo>
                    <a:pt x="15" y="59"/>
                  </a:lnTo>
                  <a:close/>
                  <a:moveTo>
                    <a:pt x="18" y="5"/>
                  </a:moveTo>
                  <a:cubicBezTo>
                    <a:pt x="18" y="5"/>
                    <a:pt x="18" y="4"/>
                    <a:pt x="17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4" y="4"/>
                    <a:pt x="13" y="5"/>
                    <a:pt x="13" y="5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4" y="17"/>
                    <a:pt x="15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6"/>
                    <a:pt x="18" y="16"/>
                  </a:cubicBezTo>
                  <a:lnTo>
                    <a:pt x="18" y="5"/>
                  </a:lnTo>
                  <a:close/>
                  <a:moveTo>
                    <a:pt x="28" y="33"/>
                  </a:moveTo>
                  <a:cubicBezTo>
                    <a:pt x="28" y="23"/>
                    <a:pt x="28" y="23"/>
                    <a:pt x="28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33"/>
                    <a:pt x="17" y="33"/>
                    <a:pt x="17" y="33"/>
                  </a:cubicBezTo>
                  <a:lnTo>
                    <a:pt x="28" y="33"/>
                  </a:lnTo>
                  <a:close/>
                  <a:moveTo>
                    <a:pt x="28" y="47"/>
                  </a:moveTo>
                  <a:cubicBezTo>
                    <a:pt x="28" y="35"/>
                    <a:pt x="28" y="35"/>
                    <a:pt x="28" y="35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7" y="47"/>
                    <a:pt x="17" y="47"/>
                    <a:pt x="17" y="47"/>
                  </a:cubicBezTo>
                  <a:lnTo>
                    <a:pt x="28" y="47"/>
                  </a:lnTo>
                  <a:close/>
                  <a:moveTo>
                    <a:pt x="28" y="59"/>
                  </a:moveTo>
                  <a:cubicBezTo>
                    <a:pt x="28" y="49"/>
                    <a:pt x="28" y="49"/>
                    <a:pt x="28" y="49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7" y="59"/>
                    <a:pt x="17" y="59"/>
                    <a:pt x="17" y="59"/>
                  </a:cubicBezTo>
                  <a:lnTo>
                    <a:pt x="28" y="59"/>
                  </a:lnTo>
                  <a:close/>
                  <a:moveTo>
                    <a:pt x="42" y="33"/>
                  </a:moveTo>
                  <a:cubicBezTo>
                    <a:pt x="42" y="23"/>
                    <a:pt x="42" y="23"/>
                    <a:pt x="42" y="23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33"/>
                    <a:pt x="31" y="33"/>
                    <a:pt x="31" y="33"/>
                  </a:cubicBezTo>
                  <a:lnTo>
                    <a:pt x="42" y="33"/>
                  </a:lnTo>
                  <a:close/>
                  <a:moveTo>
                    <a:pt x="42" y="47"/>
                  </a:moveTo>
                  <a:cubicBezTo>
                    <a:pt x="42" y="35"/>
                    <a:pt x="42" y="35"/>
                    <a:pt x="42" y="35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47"/>
                    <a:pt x="31" y="47"/>
                    <a:pt x="31" y="47"/>
                  </a:cubicBezTo>
                  <a:lnTo>
                    <a:pt x="42" y="47"/>
                  </a:lnTo>
                  <a:close/>
                  <a:moveTo>
                    <a:pt x="42" y="59"/>
                  </a:moveTo>
                  <a:cubicBezTo>
                    <a:pt x="42" y="49"/>
                    <a:pt x="42" y="49"/>
                    <a:pt x="42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59"/>
                    <a:pt x="31" y="59"/>
                    <a:pt x="31" y="59"/>
                  </a:cubicBezTo>
                  <a:lnTo>
                    <a:pt x="42" y="59"/>
                  </a:lnTo>
                  <a:close/>
                  <a:moveTo>
                    <a:pt x="45" y="5"/>
                  </a:moveTo>
                  <a:cubicBezTo>
                    <a:pt x="45" y="5"/>
                    <a:pt x="45" y="4"/>
                    <a:pt x="44" y="4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1" y="4"/>
                    <a:pt x="41" y="5"/>
                    <a:pt x="41" y="5"/>
                  </a:cubicBezTo>
                  <a:cubicBezTo>
                    <a:pt x="41" y="16"/>
                    <a:pt x="41" y="16"/>
                    <a:pt x="41" y="16"/>
                  </a:cubicBezTo>
                  <a:cubicBezTo>
                    <a:pt x="41" y="16"/>
                    <a:pt x="41" y="17"/>
                    <a:pt x="42" y="17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5" y="17"/>
                    <a:pt x="45" y="16"/>
                    <a:pt x="45" y="16"/>
                  </a:cubicBezTo>
                  <a:lnTo>
                    <a:pt x="45" y="5"/>
                  </a:lnTo>
                  <a:close/>
                  <a:moveTo>
                    <a:pt x="55" y="33"/>
                  </a:moveTo>
                  <a:cubicBezTo>
                    <a:pt x="55" y="23"/>
                    <a:pt x="55" y="23"/>
                    <a:pt x="55" y="23"/>
                  </a:cubicBezTo>
                  <a:cubicBezTo>
                    <a:pt x="44" y="23"/>
                    <a:pt x="44" y="23"/>
                    <a:pt x="44" y="23"/>
                  </a:cubicBezTo>
                  <a:cubicBezTo>
                    <a:pt x="44" y="33"/>
                    <a:pt x="44" y="33"/>
                    <a:pt x="44" y="33"/>
                  </a:cubicBezTo>
                  <a:lnTo>
                    <a:pt x="55" y="33"/>
                  </a:lnTo>
                  <a:close/>
                  <a:moveTo>
                    <a:pt x="55" y="47"/>
                  </a:moveTo>
                  <a:cubicBezTo>
                    <a:pt x="55" y="35"/>
                    <a:pt x="55" y="35"/>
                    <a:pt x="55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47"/>
                    <a:pt x="44" y="47"/>
                    <a:pt x="44" y="47"/>
                  </a:cubicBezTo>
                  <a:lnTo>
                    <a:pt x="55" y="47"/>
                  </a:lnTo>
                  <a:close/>
                  <a:moveTo>
                    <a:pt x="55" y="59"/>
                  </a:moveTo>
                  <a:cubicBezTo>
                    <a:pt x="55" y="49"/>
                    <a:pt x="55" y="49"/>
                    <a:pt x="5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4" y="59"/>
                    <a:pt x="44" y="59"/>
                    <a:pt x="44" y="59"/>
                  </a:cubicBezTo>
                  <a:lnTo>
                    <a:pt x="55" y="5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8580" tIns="64290" rIns="128580" bIns="64290" numCol="1" anchor="t" anchorCtr="0" compatLnSpc="1"/>
            <a:lstStyle/>
            <a:p>
              <a:pPr>
                <a:lnSpc>
                  <a:spcPct val="120000"/>
                </a:lnSpc>
                <a:defRPr/>
              </a:pPr>
              <a:endParaRPr lang="en-US" sz="800"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1881988398" name="Group 179"/>
          <p:cNvGrpSpPr/>
          <p:nvPr/>
        </p:nvGrpSpPr>
        <p:grpSpPr bwMode="auto">
          <a:xfrm>
            <a:off x="8674821" y="3229350"/>
            <a:ext cx="659525" cy="640643"/>
            <a:chOff x="630683" y="4190009"/>
            <a:chExt cx="469021" cy="455593"/>
          </a:xfrm>
        </p:grpSpPr>
        <p:sp>
          <p:nvSpPr>
            <p:cNvPr id="181" name="Oval 180"/>
            <p:cNvSpPr>
              <a:spLocks noChangeAspect="1"/>
            </p:cNvSpPr>
            <p:nvPr/>
          </p:nvSpPr>
          <p:spPr bwMode="auto">
            <a:xfrm>
              <a:off x="630683" y="4190009"/>
              <a:ext cx="469021" cy="45559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endParaRPr lang="en-US" sz="80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82" name="Freeform 103"/>
            <p:cNvSpPr>
              <a:spLocks noEditPoints="1"/>
            </p:cNvSpPr>
            <p:nvPr/>
          </p:nvSpPr>
          <p:spPr bwMode="auto">
            <a:xfrm>
              <a:off x="765181" y="4270535"/>
              <a:ext cx="200025" cy="294541"/>
            </a:xfrm>
            <a:custGeom>
              <a:avLst/>
              <a:gdLst/>
              <a:ahLst/>
              <a:cxnLst>
                <a:cxn ang="0">
                  <a:pos x="37" y="29"/>
                </a:cxn>
                <a:cxn ang="0">
                  <a:pos x="31" y="41"/>
                </a:cxn>
                <a:cxn ang="0">
                  <a:pos x="33" y="44"/>
                </a:cxn>
                <a:cxn ang="0">
                  <a:pos x="32" y="47"/>
                </a:cxn>
                <a:cxn ang="0">
                  <a:pos x="33" y="49"/>
                </a:cxn>
                <a:cxn ang="0">
                  <a:pos x="31" y="53"/>
                </a:cxn>
                <a:cxn ang="0">
                  <a:pos x="31" y="54"/>
                </a:cxn>
                <a:cxn ang="0">
                  <a:pos x="27" y="58"/>
                </a:cxn>
                <a:cxn ang="0">
                  <a:pos x="21" y="62"/>
                </a:cxn>
                <a:cxn ang="0">
                  <a:pos x="15" y="58"/>
                </a:cxn>
                <a:cxn ang="0">
                  <a:pos x="11" y="54"/>
                </a:cxn>
                <a:cxn ang="0">
                  <a:pos x="11" y="53"/>
                </a:cxn>
                <a:cxn ang="0">
                  <a:pos x="9" y="49"/>
                </a:cxn>
                <a:cxn ang="0">
                  <a:pos x="10" y="47"/>
                </a:cxn>
                <a:cxn ang="0">
                  <a:pos x="9" y="44"/>
                </a:cxn>
                <a:cxn ang="0">
                  <a:pos x="11" y="41"/>
                </a:cxn>
                <a:cxn ang="0">
                  <a:pos x="5" y="29"/>
                </a:cxn>
                <a:cxn ang="0">
                  <a:pos x="0" y="18"/>
                </a:cxn>
                <a:cxn ang="0">
                  <a:pos x="21" y="0"/>
                </a:cxn>
                <a:cxn ang="0">
                  <a:pos x="42" y="18"/>
                </a:cxn>
                <a:cxn ang="0">
                  <a:pos x="37" y="29"/>
                </a:cxn>
                <a:cxn ang="0">
                  <a:pos x="21" y="6"/>
                </a:cxn>
                <a:cxn ang="0">
                  <a:pos x="6" y="18"/>
                </a:cxn>
                <a:cxn ang="0">
                  <a:pos x="8" y="26"/>
                </a:cxn>
                <a:cxn ang="0">
                  <a:pos x="11" y="28"/>
                </a:cxn>
                <a:cxn ang="0">
                  <a:pos x="16" y="40"/>
                </a:cxn>
                <a:cxn ang="0">
                  <a:pos x="26" y="40"/>
                </a:cxn>
                <a:cxn ang="0">
                  <a:pos x="31" y="28"/>
                </a:cxn>
                <a:cxn ang="0">
                  <a:pos x="34" y="26"/>
                </a:cxn>
                <a:cxn ang="0">
                  <a:pos x="36" y="18"/>
                </a:cxn>
                <a:cxn ang="0">
                  <a:pos x="21" y="6"/>
                </a:cxn>
                <a:cxn ang="0">
                  <a:pos x="29" y="20"/>
                </a:cxn>
                <a:cxn ang="0">
                  <a:pos x="27" y="18"/>
                </a:cxn>
                <a:cxn ang="0">
                  <a:pos x="21" y="15"/>
                </a:cxn>
                <a:cxn ang="0">
                  <a:pos x="20" y="13"/>
                </a:cxn>
                <a:cxn ang="0">
                  <a:pos x="21" y="12"/>
                </a:cxn>
                <a:cxn ang="0">
                  <a:pos x="30" y="18"/>
                </a:cxn>
                <a:cxn ang="0">
                  <a:pos x="29" y="20"/>
                </a:cxn>
              </a:cxnLst>
              <a:rect l="0" t="0" r="r" b="b"/>
              <a:pathLst>
                <a:path w="42" h="62" fill="norm" stroke="1" extrusionOk="0">
                  <a:moveTo>
                    <a:pt x="37" y="29"/>
                  </a:moveTo>
                  <a:cubicBezTo>
                    <a:pt x="35" y="32"/>
                    <a:pt x="31" y="37"/>
                    <a:pt x="31" y="41"/>
                  </a:cubicBezTo>
                  <a:cubicBezTo>
                    <a:pt x="32" y="42"/>
                    <a:pt x="33" y="43"/>
                    <a:pt x="33" y="44"/>
                  </a:cubicBezTo>
                  <a:cubicBezTo>
                    <a:pt x="33" y="45"/>
                    <a:pt x="32" y="46"/>
                    <a:pt x="32" y="47"/>
                  </a:cubicBezTo>
                  <a:cubicBezTo>
                    <a:pt x="32" y="47"/>
                    <a:pt x="33" y="48"/>
                    <a:pt x="33" y="49"/>
                  </a:cubicBezTo>
                  <a:cubicBezTo>
                    <a:pt x="33" y="51"/>
                    <a:pt x="32" y="52"/>
                    <a:pt x="31" y="53"/>
                  </a:cubicBezTo>
                  <a:cubicBezTo>
                    <a:pt x="31" y="53"/>
                    <a:pt x="31" y="54"/>
                    <a:pt x="31" y="54"/>
                  </a:cubicBezTo>
                  <a:cubicBezTo>
                    <a:pt x="31" y="57"/>
                    <a:pt x="29" y="58"/>
                    <a:pt x="27" y="58"/>
                  </a:cubicBezTo>
                  <a:cubicBezTo>
                    <a:pt x="26" y="61"/>
                    <a:pt x="24" y="62"/>
                    <a:pt x="21" y="62"/>
                  </a:cubicBezTo>
                  <a:cubicBezTo>
                    <a:pt x="19" y="62"/>
                    <a:pt x="16" y="61"/>
                    <a:pt x="15" y="58"/>
                  </a:cubicBezTo>
                  <a:cubicBezTo>
                    <a:pt x="13" y="58"/>
                    <a:pt x="11" y="57"/>
                    <a:pt x="11" y="54"/>
                  </a:cubicBezTo>
                  <a:cubicBezTo>
                    <a:pt x="11" y="54"/>
                    <a:pt x="11" y="53"/>
                    <a:pt x="11" y="53"/>
                  </a:cubicBezTo>
                  <a:cubicBezTo>
                    <a:pt x="10" y="52"/>
                    <a:pt x="9" y="51"/>
                    <a:pt x="9" y="49"/>
                  </a:cubicBezTo>
                  <a:cubicBezTo>
                    <a:pt x="9" y="48"/>
                    <a:pt x="10" y="47"/>
                    <a:pt x="10" y="47"/>
                  </a:cubicBezTo>
                  <a:cubicBezTo>
                    <a:pt x="10" y="46"/>
                    <a:pt x="9" y="45"/>
                    <a:pt x="9" y="44"/>
                  </a:cubicBezTo>
                  <a:cubicBezTo>
                    <a:pt x="9" y="43"/>
                    <a:pt x="10" y="42"/>
                    <a:pt x="11" y="41"/>
                  </a:cubicBezTo>
                  <a:cubicBezTo>
                    <a:pt x="11" y="37"/>
                    <a:pt x="7" y="32"/>
                    <a:pt x="5" y="29"/>
                  </a:cubicBezTo>
                  <a:cubicBezTo>
                    <a:pt x="2" y="26"/>
                    <a:pt x="0" y="23"/>
                    <a:pt x="0" y="18"/>
                  </a:cubicBezTo>
                  <a:cubicBezTo>
                    <a:pt x="0" y="8"/>
                    <a:pt x="11" y="0"/>
                    <a:pt x="21" y="0"/>
                  </a:cubicBezTo>
                  <a:cubicBezTo>
                    <a:pt x="31" y="0"/>
                    <a:pt x="42" y="8"/>
                    <a:pt x="42" y="18"/>
                  </a:cubicBezTo>
                  <a:cubicBezTo>
                    <a:pt x="42" y="23"/>
                    <a:pt x="40" y="26"/>
                    <a:pt x="37" y="29"/>
                  </a:cubicBezTo>
                  <a:close/>
                  <a:moveTo>
                    <a:pt x="21" y="6"/>
                  </a:moveTo>
                  <a:cubicBezTo>
                    <a:pt x="14" y="6"/>
                    <a:pt x="6" y="10"/>
                    <a:pt x="6" y="18"/>
                  </a:cubicBezTo>
                  <a:cubicBezTo>
                    <a:pt x="6" y="21"/>
                    <a:pt x="7" y="24"/>
                    <a:pt x="8" y="26"/>
                  </a:cubicBezTo>
                  <a:cubicBezTo>
                    <a:pt x="9" y="27"/>
                    <a:pt x="10" y="27"/>
                    <a:pt x="11" y="28"/>
                  </a:cubicBezTo>
                  <a:cubicBezTo>
                    <a:pt x="14" y="32"/>
                    <a:pt x="16" y="36"/>
                    <a:pt x="16" y="40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26" y="36"/>
                    <a:pt x="28" y="32"/>
                    <a:pt x="31" y="28"/>
                  </a:cubicBezTo>
                  <a:cubicBezTo>
                    <a:pt x="32" y="27"/>
                    <a:pt x="33" y="27"/>
                    <a:pt x="34" y="26"/>
                  </a:cubicBezTo>
                  <a:cubicBezTo>
                    <a:pt x="35" y="24"/>
                    <a:pt x="36" y="21"/>
                    <a:pt x="36" y="18"/>
                  </a:cubicBezTo>
                  <a:cubicBezTo>
                    <a:pt x="36" y="10"/>
                    <a:pt x="28" y="6"/>
                    <a:pt x="21" y="6"/>
                  </a:cubicBezTo>
                  <a:close/>
                  <a:moveTo>
                    <a:pt x="29" y="20"/>
                  </a:moveTo>
                  <a:cubicBezTo>
                    <a:pt x="28" y="20"/>
                    <a:pt x="27" y="19"/>
                    <a:pt x="27" y="18"/>
                  </a:cubicBezTo>
                  <a:cubicBezTo>
                    <a:pt x="27" y="16"/>
                    <a:pt x="23" y="15"/>
                    <a:pt x="21" y="15"/>
                  </a:cubicBezTo>
                  <a:cubicBezTo>
                    <a:pt x="20" y="15"/>
                    <a:pt x="20" y="14"/>
                    <a:pt x="20" y="13"/>
                  </a:cubicBezTo>
                  <a:cubicBezTo>
                    <a:pt x="20" y="13"/>
                    <a:pt x="20" y="12"/>
                    <a:pt x="21" y="12"/>
                  </a:cubicBezTo>
                  <a:cubicBezTo>
                    <a:pt x="25" y="12"/>
                    <a:pt x="30" y="14"/>
                    <a:pt x="30" y="18"/>
                  </a:cubicBezTo>
                  <a:cubicBezTo>
                    <a:pt x="30" y="19"/>
                    <a:pt x="29" y="20"/>
                    <a:pt x="29" y="2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8580" tIns="64290" rIns="128580" bIns="64290" numCol="1" anchor="t" anchorCtr="0" compatLnSpc="1"/>
            <a:lstStyle/>
            <a:p>
              <a:pPr>
                <a:lnSpc>
                  <a:spcPct val="120000"/>
                </a:lnSpc>
                <a:defRPr/>
              </a:pPr>
              <a:endParaRPr lang="en-US" sz="800">
                <a:latin typeface="Arial"/>
                <a:ea typeface="微软雅黑"/>
                <a:cs typeface="+mn-ea"/>
              </a:endParaRPr>
            </a:p>
          </p:txBody>
        </p:sp>
      </p:grpSp>
      <p:grpSp>
        <p:nvGrpSpPr>
          <p:cNvPr id="1055837256" name="Group 182"/>
          <p:cNvGrpSpPr/>
          <p:nvPr/>
        </p:nvGrpSpPr>
        <p:grpSpPr bwMode="auto">
          <a:xfrm>
            <a:off x="8674821" y="2277304"/>
            <a:ext cx="659525" cy="640643"/>
            <a:chOff x="3425803" y="3384456"/>
            <a:chExt cx="469021" cy="455593"/>
          </a:xfrm>
        </p:grpSpPr>
        <p:sp>
          <p:nvSpPr>
            <p:cNvPr id="184" name="Oval 183"/>
            <p:cNvSpPr>
              <a:spLocks noChangeAspect="1"/>
            </p:cNvSpPr>
            <p:nvPr/>
          </p:nvSpPr>
          <p:spPr bwMode="auto">
            <a:xfrm>
              <a:off x="3425803" y="3384456"/>
              <a:ext cx="469021" cy="45559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endParaRPr lang="en-US" sz="800">
                <a:latin typeface="Arial"/>
                <a:ea typeface="微软雅黑"/>
                <a:cs typeface="+mn-ea"/>
              </a:endParaRPr>
            </a:p>
          </p:txBody>
        </p:sp>
        <p:sp>
          <p:nvSpPr>
            <p:cNvPr id="185" name="Freeform 5"/>
            <p:cNvSpPr>
              <a:spLocks noEditPoints="1"/>
            </p:cNvSpPr>
            <p:nvPr/>
          </p:nvSpPr>
          <p:spPr bwMode="auto">
            <a:xfrm>
              <a:off x="3520613" y="3471340"/>
              <a:ext cx="279400" cy="279400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255" y="135"/>
                </a:cxn>
                <a:cxn ang="0">
                  <a:pos x="277" y="122"/>
                </a:cxn>
                <a:cxn ang="0">
                  <a:pos x="303" y="116"/>
                </a:cxn>
                <a:cxn ang="0">
                  <a:pos x="296" y="105"/>
                </a:cxn>
                <a:cxn ang="0">
                  <a:pos x="278" y="89"/>
                </a:cxn>
                <a:cxn ang="0">
                  <a:pos x="265" y="90"/>
                </a:cxn>
                <a:cxn ang="0">
                  <a:pos x="256" y="82"/>
                </a:cxn>
                <a:cxn ang="0">
                  <a:pos x="231" y="73"/>
                </a:cxn>
                <a:cxn ang="0">
                  <a:pos x="234" y="98"/>
                </a:cxn>
                <a:cxn ang="0">
                  <a:pos x="224" y="118"/>
                </a:cxn>
                <a:cxn ang="0">
                  <a:pos x="205" y="103"/>
                </a:cxn>
                <a:cxn ang="0">
                  <a:pos x="175" y="89"/>
                </a:cxn>
                <a:cxn ang="0">
                  <a:pos x="183" y="68"/>
                </a:cxn>
                <a:cxn ang="0">
                  <a:pos x="212" y="58"/>
                </a:cxn>
                <a:cxn ang="0">
                  <a:pos x="207" y="47"/>
                </a:cxn>
                <a:cxn ang="0">
                  <a:pos x="188" y="50"/>
                </a:cxn>
                <a:cxn ang="0">
                  <a:pos x="168" y="37"/>
                </a:cxn>
                <a:cxn ang="0">
                  <a:pos x="171" y="52"/>
                </a:cxn>
                <a:cxn ang="0">
                  <a:pos x="157" y="52"/>
                </a:cxn>
                <a:cxn ang="0">
                  <a:pos x="141" y="40"/>
                </a:cxn>
                <a:cxn ang="0">
                  <a:pos x="126" y="47"/>
                </a:cxn>
                <a:cxn ang="0">
                  <a:pos x="143" y="51"/>
                </a:cxn>
                <a:cxn ang="0">
                  <a:pos x="131" y="58"/>
                </a:cxn>
                <a:cxn ang="0">
                  <a:pos x="56" y="107"/>
                </a:cxn>
                <a:cxn ang="0">
                  <a:pos x="65" y="118"/>
                </a:cxn>
                <a:cxn ang="0">
                  <a:pos x="79" y="135"/>
                </a:cxn>
                <a:cxn ang="0">
                  <a:pos x="74" y="158"/>
                </a:cxn>
                <a:cxn ang="0">
                  <a:pos x="88" y="185"/>
                </a:cxn>
                <a:cxn ang="0">
                  <a:pos x="108" y="214"/>
                </a:cxn>
                <a:cxn ang="0">
                  <a:pos x="118" y="227"/>
                </a:cxn>
                <a:cxn ang="0">
                  <a:pos x="105" y="197"/>
                </a:cxn>
                <a:cxn ang="0">
                  <a:pos x="125" y="225"/>
                </a:cxn>
                <a:cxn ang="0">
                  <a:pos x="150" y="255"/>
                </a:cxn>
                <a:cxn ang="0">
                  <a:pos x="184" y="269"/>
                </a:cxn>
                <a:cxn ang="0">
                  <a:pos x="213" y="290"/>
                </a:cxn>
                <a:cxn ang="0">
                  <a:pos x="224" y="288"/>
                </a:cxn>
                <a:cxn ang="0">
                  <a:pos x="212" y="268"/>
                </a:cxn>
                <a:cxn ang="0">
                  <a:pos x="197" y="262"/>
                </a:cxn>
                <a:cxn ang="0">
                  <a:pos x="194" y="239"/>
                </a:cxn>
                <a:cxn ang="0">
                  <a:pos x="171" y="250"/>
                </a:cxn>
                <a:cxn ang="0">
                  <a:pos x="168" y="210"/>
                </a:cxn>
                <a:cxn ang="0">
                  <a:pos x="184" y="206"/>
                </a:cxn>
                <a:cxn ang="0">
                  <a:pos x="196" y="202"/>
                </a:cxn>
                <a:cxn ang="0">
                  <a:pos x="214" y="211"/>
                </a:cxn>
                <a:cxn ang="0">
                  <a:pos x="221" y="205"/>
                </a:cxn>
                <a:cxn ang="0">
                  <a:pos x="234" y="179"/>
                </a:cxn>
                <a:cxn ang="0">
                  <a:pos x="233" y="171"/>
                </a:cxn>
                <a:cxn ang="0">
                  <a:pos x="252" y="157"/>
                </a:cxn>
                <a:cxn ang="0">
                  <a:pos x="266" y="143"/>
                </a:cxn>
                <a:cxn ang="0">
                  <a:pos x="273" y="131"/>
                </a:cxn>
                <a:cxn ang="0">
                  <a:pos x="255" y="135"/>
                </a:cxn>
                <a:cxn ang="0">
                  <a:pos x="295" y="298"/>
                </a:cxn>
                <a:cxn ang="0">
                  <a:pos x="272" y="288"/>
                </a:cxn>
                <a:cxn ang="0">
                  <a:pos x="251" y="288"/>
                </a:cxn>
                <a:cxn ang="0">
                  <a:pos x="236" y="286"/>
                </a:cxn>
                <a:cxn ang="0">
                  <a:pos x="230" y="307"/>
                </a:cxn>
                <a:cxn ang="0">
                  <a:pos x="223" y="335"/>
                </a:cxn>
                <a:cxn ang="0">
                  <a:pos x="308" y="302"/>
                </a:cxn>
              </a:cxnLst>
              <a:rect l="0" t="0" r="r" b="b"/>
              <a:pathLst>
                <a:path w="384" h="384" fill="norm" stroke="1" extrusionOk="0">
                  <a:moveTo>
                    <a:pt x="384" y="192"/>
                  </a:moveTo>
                  <a:cubicBezTo>
                    <a:pt x="384" y="298"/>
                    <a:pt x="298" y="384"/>
                    <a:pt x="192" y="384"/>
                  </a:cubicBezTo>
                  <a:cubicBezTo>
                    <a:pt x="86" y="384"/>
                    <a:pt x="0" y="298"/>
                    <a:pt x="0" y="192"/>
                  </a:cubicBezTo>
                  <a:cubicBezTo>
                    <a:pt x="0" y="86"/>
                    <a:pt x="86" y="0"/>
                    <a:pt x="192" y="0"/>
                  </a:cubicBezTo>
                  <a:cubicBezTo>
                    <a:pt x="298" y="0"/>
                    <a:pt x="384" y="86"/>
                    <a:pt x="384" y="192"/>
                  </a:cubicBezTo>
                  <a:close/>
                  <a:moveTo>
                    <a:pt x="255" y="135"/>
                  </a:moveTo>
                  <a:cubicBezTo>
                    <a:pt x="256" y="135"/>
                    <a:pt x="257" y="130"/>
                    <a:pt x="258" y="129"/>
                  </a:cubicBezTo>
                  <a:cubicBezTo>
                    <a:pt x="260" y="127"/>
                    <a:pt x="262" y="126"/>
                    <a:pt x="264" y="125"/>
                  </a:cubicBezTo>
                  <a:cubicBezTo>
                    <a:pt x="268" y="124"/>
                    <a:pt x="272" y="123"/>
                    <a:pt x="277" y="122"/>
                  </a:cubicBezTo>
                  <a:cubicBezTo>
                    <a:pt x="281" y="121"/>
                    <a:pt x="286" y="121"/>
                    <a:pt x="289" y="125"/>
                  </a:cubicBezTo>
                  <a:cubicBezTo>
                    <a:pt x="289" y="124"/>
                    <a:pt x="295" y="119"/>
                    <a:pt x="295" y="119"/>
                  </a:cubicBezTo>
                  <a:cubicBezTo>
                    <a:pt x="298" y="118"/>
                    <a:pt x="301" y="118"/>
                    <a:pt x="303" y="116"/>
                  </a:cubicBezTo>
                  <a:cubicBezTo>
                    <a:pt x="303" y="115"/>
                    <a:pt x="303" y="110"/>
                    <a:pt x="303" y="110"/>
                  </a:cubicBezTo>
                  <a:cubicBezTo>
                    <a:pt x="299" y="111"/>
                    <a:pt x="298" y="107"/>
                    <a:pt x="297" y="103"/>
                  </a:cubicBezTo>
                  <a:cubicBezTo>
                    <a:pt x="297" y="104"/>
                    <a:pt x="297" y="104"/>
                    <a:pt x="296" y="105"/>
                  </a:cubicBezTo>
                  <a:cubicBezTo>
                    <a:pt x="296" y="102"/>
                    <a:pt x="291" y="104"/>
                    <a:pt x="290" y="104"/>
                  </a:cubicBezTo>
                  <a:cubicBezTo>
                    <a:pt x="284" y="102"/>
                    <a:pt x="285" y="98"/>
                    <a:pt x="283" y="94"/>
                  </a:cubicBezTo>
                  <a:cubicBezTo>
                    <a:pt x="282" y="92"/>
                    <a:pt x="279" y="91"/>
                    <a:pt x="278" y="89"/>
                  </a:cubicBezTo>
                  <a:cubicBezTo>
                    <a:pt x="277" y="87"/>
                    <a:pt x="277" y="84"/>
                    <a:pt x="274" y="84"/>
                  </a:cubicBezTo>
                  <a:cubicBezTo>
                    <a:pt x="273" y="84"/>
                    <a:pt x="270" y="89"/>
                    <a:pt x="270" y="89"/>
                  </a:cubicBezTo>
                  <a:cubicBezTo>
                    <a:pt x="267" y="88"/>
                    <a:pt x="266" y="89"/>
                    <a:pt x="265" y="90"/>
                  </a:cubicBezTo>
                  <a:cubicBezTo>
                    <a:pt x="263" y="91"/>
                    <a:pt x="262" y="91"/>
                    <a:pt x="260" y="92"/>
                  </a:cubicBezTo>
                  <a:cubicBezTo>
                    <a:pt x="265" y="90"/>
                    <a:pt x="258" y="88"/>
                    <a:pt x="256" y="88"/>
                  </a:cubicBezTo>
                  <a:cubicBezTo>
                    <a:pt x="260" y="87"/>
                    <a:pt x="258" y="83"/>
                    <a:pt x="256" y="82"/>
                  </a:cubicBezTo>
                  <a:cubicBezTo>
                    <a:pt x="256" y="82"/>
                    <a:pt x="257" y="82"/>
                    <a:pt x="257" y="82"/>
                  </a:cubicBezTo>
                  <a:cubicBezTo>
                    <a:pt x="257" y="79"/>
                    <a:pt x="250" y="77"/>
                    <a:pt x="247" y="76"/>
                  </a:cubicBezTo>
                  <a:cubicBezTo>
                    <a:pt x="245" y="74"/>
                    <a:pt x="233" y="72"/>
                    <a:pt x="231" y="73"/>
                  </a:cubicBezTo>
                  <a:cubicBezTo>
                    <a:pt x="228" y="75"/>
                    <a:pt x="231" y="80"/>
                    <a:pt x="231" y="83"/>
                  </a:cubicBezTo>
                  <a:cubicBezTo>
                    <a:pt x="232" y="86"/>
                    <a:pt x="228" y="86"/>
                    <a:pt x="228" y="89"/>
                  </a:cubicBezTo>
                  <a:cubicBezTo>
                    <a:pt x="228" y="93"/>
                    <a:pt x="236" y="92"/>
                    <a:pt x="234" y="98"/>
                  </a:cubicBezTo>
                  <a:cubicBezTo>
                    <a:pt x="233" y="102"/>
                    <a:pt x="228" y="102"/>
                    <a:pt x="226" y="105"/>
                  </a:cubicBezTo>
                  <a:cubicBezTo>
                    <a:pt x="224" y="108"/>
                    <a:pt x="227" y="112"/>
                    <a:pt x="229" y="114"/>
                  </a:cubicBezTo>
                  <a:cubicBezTo>
                    <a:pt x="231" y="115"/>
                    <a:pt x="225" y="118"/>
                    <a:pt x="224" y="118"/>
                  </a:cubicBezTo>
                  <a:cubicBezTo>
                    <a:pt x="220" y="120"/>
                    <a:pt x="217" y="114"/>
                    <a:pt x="216" y="110"/>
                  </a:cubicBezTo>
                  <a:cubicBezTo>
                    <a:pt x="215" y="108"/>
                    <a:pt x="215" y="104"/>
                    <a:pt x="212" y="103"/>
                  </a:cubicBezTo>
                  <a:cubicBezTo>
                    <a:pt x="210" y="102"/>
                    <a:pt x="206" y="102"/>
                    <a:pt x="205" y="103"/>
                  </a:cubicBezTo>
                  <a:cubicBezTo>
                    <a:pt x="203" y="99"/>
                    <a:pt x="198" y="98"/>
                    <a:pt x="194" y="97"/>
                  </a:cubicBezTo>
                  <a:cubicBezTo>
                    <a:pt x="189" y="95"/>
                    <a:pt x="185" y="95"/>
                    <a:pt x="180" y="96"/>
                  </a:cubicBezTo>
                  <a:cubicBezTo>
                    <a:pt x="181" y="95"/>
                    <a:pt x="179" y="88"/>
                    <a:pt x="175" y="89"/>
                  </a:cubicBezTo>
                  <a:cubicBezTo>
                    <a:pt x="176" y="86"/>
                    <a:pt x="176" y="84"/>
                    <a:pt x="176" y="81"/>
                  </a:cubicBezTo>
                  <a:cubicBezTo>
                    <a:pt x="177" y="79"/>
                    <a:pt x="178" y="77"/>
                    <a:pt x="179" y="75"/>
                  </a:cubicBezTo>
                  <a:cubicBezTo>
                    <a:pt x="180" y="74"/>
                    <a:pt x="185" y="69"/>
                    <a:pt x="183" y="68"/>
                  </a:cubicBezTo>
                  <a:cubicBezTo>
                    <a:pt x="188" y="69"/>
                    <a:pt x="193" y="69"/>
                    <a:pt x="196" y="66"/>
                  </a:cubicBezTo>
                  <a:cubicBezTo>
                    <a:pt x="198" y="63"/>
                    <a:pt x="199" y="60"/>
                    <a:pt x="202" y="57"/>
                  </a:cubicBezTo>
                  <a:cubicBezTo>
                    <a:pt x="205" y="53"/>
                    <a:pt x="209" y="58"/>
                    <a:pt x="212" y="58"/>
                  </a:cubicBezTo>
                  <a:cubicBezTo>
                    <a:pt x="217" y="59"/>
                    <a:pt x="217" y="53"/>
                    <a:pt x="214" y="51"/>
                  </a:cubicBezTo>
                  <a:cubicBezTo>
                    <a:pt x="218" y="51"/>
                    <a:pt x="215" y="45"/>
                    <a:pt x="213" y="44"/>
                  </a:cubicBezTo>
                  <a:cubicBezTo>
                    <a:pt x="211" y="43"/>
                    <a:pt x="202" y="46"/>
                    <a:pt x="207" y="47"/>
                  </a:cubicBezTo>
                  <a:cubicBezTo>
                    <a:pt x="206" y="47"/>
                    <a:pt x="200" y="59"/>
                    <a:pt x="196" y="53"/>
                  </a:cubicBezTo>
                  <a:cubicBezTo>
                    <a:pt x="195" y="52"/>
                    <a:pt x="195" y="47"/>
                    <a:pt x="193" y="46"/>
                  </a:cubicBezTo>
                  <a:cubicBezTo>
                    <a:pt x="190" y="46"/>
                    <a:pt x="189" y="49"/>
                    <a:pt x="188" y="50"/>
                  </a:cubicBezTo>
                  <a:cubicBezTo>
                    <a:pt x="190" y="47"/>
                    <a:pt x="181" y="45"/>
                    <a:pt x="180" y="44"/>
                  </a:cubicBezTo>
                  <a:cubicBezTo>
                    <a:pt x="183" y="42"/>
                    <a:pt x="180" y="39"/>
                    <a:pt x="178" y="38"/>
                  </a:cubicBezTo>
                  <a:cubicBezTo>
                    <a:pt x="176" y="36"/>
                    <a:pt x="169" y="35"/>
                    <a:pt x="168" y="37"/>
                  </a:cubicBezTo>
                  <a:cubicBezTo>
                    <a:pt x="163" y="43"/>
                    <a:pt x="173" y="44"/>
                    <a:pt x="175" y="45"/>
                  </a:cubicBezTo>
                  <a:cubicBezTo>
                    <a:pt x="176" y="46"/>
                    <a:pt x="179" y="48"/>
                    <a:pt x="177" y="49"/>
                  </a:cubicBezTo>
                  <a:cubicBezTo>
                    <a:pt x="176" y="50"/>
                    <a:pt x="171" y="51"/>
                    <a:pt x="171" y="52"/>
                  </a:cubicBezTo>
                  <a:cubicBezTo>
                    <a:pt x="169" y="54"/>
                    <a:pt x="172" y="57"/>
                    <a:pt x="170" y="59"/>
                  </a:cubicBezTo>
                  <a:cubicBezTo>
                    <a:pt x="168" y="57"/>
                    <a:pt x="168" y="53"/>
                    <a:pt x="166" y="50"/>
                  </a:cubicBezTo>
                  <a:cubicBezTo>
                    <a:pt x="168" y="53"/>
                    <a:pt x="157" y="52"/>
                    <a:pt x="157" y="52"/>
                  </a:cubicBezTo>
                  <a:cubicBezTo>
                    <a:pt x="154" y="52"/>
                    <a:pt x="148" y="54"/>
                    <a:pt x="145" y="50"/>
                  </a:cubicBezTo>
                  <a:cubicBezTo>
                    <a:pt x="144" y="49"/>
                    <a:pt x="144" y="44"/>
                    <a:pt x="146" y="45"/>
                  </a:cubicBezTo>
                  <a:cubicBezTo>
                    <a:pt x="144" y="43"/>
                    <a:pt x="142" y="41"/>
                    <a:pt x="141" y="40"/>
                  </a:cubicBezTo>
                  <a:cubicBezTo>
                    <a:pt x="132" y="43"/>
                    <a:pt x="125" y="47"/>
                    <a:pt x="117" y="51"/>
                  </a:cubicBezTo>
                  <a:cubicBezTo>
                    <a:pt x="118" y="51"/>
                    <a:pt x="119" y="51"/>
                    <a:pt x="120" y="50"/>
                  </a:cubicBezTo>
                  <a:cubicBezTo>
                    <a:pt x="122" y="50"/>
                    <a:pt x="124" y="48"/>
                    <a:pt x="126" y="47"/>
                  </a:cubicBezTo>
                  <a:cubicBezTo>
                    <a:pt x="128" y="46"/>
                    <a:pt x="134" y="43"/>
                    <a:pt x="136" y="46"/>
                  </a:cubicBezTo>
                  <a:cubicBezTo>
                    <a:pt x="137" y="45"/>
                    <a:pt x="137" y="45"/>
                    <a:pt x="138" y="44"/>
                  </a:cubicBezTo>
                  <a:cubicBezTo>
                    <a:pt x="139" y="46"/>
                    <a:pt x="141" y="48"/>
                    <a:pt x="143" y="51"/>
                  </a:cubicBezTo>
                  <a:cubicBezTo>
                    <a:pt x="141" y="50"/>
                    <a:pt x="137" y="50"/>
                    <a:pt x="135" y="50"/>
                  </a:cubicBezTo>
                  <a:cubicBezTo>
                    <a:pt x="133" y="51"/>
                    <a:pt x="130" y="51"/>
                    <a:pt x="130" y="53"/>
                  </a:cubicBezTo>
                  <a:cubicBezTo>
                    <a:pt x="130" y="55"/>
                    <a:pt x="131" y="57"/>
                    <a:pt x="131" y="58"/>
                  </a:cubicBezTo>
                  <a:cubicBezTo>
                    <a:pt x="128" y="56"/>
                    <a:pt x="125" y="52"/>
                    <a:pt x="121" y="51"/>
                  </a:cubicBezTo>
                  <a:cubicBezTo>
                    <a:pt x="119" y="51"/>
                    <a:pt x="117" y="51"/>
                    <a:pt x="115" y="52"/>
                  </a:cubicBezTo>
                  <a:cubicBezTo>
                    <a:pt x="91" y="65"/>
                    <a:pt x="71" y="84"/>
                    <a:pt x="56" y="107"/>
                  </a:cubicBezTo>
                  <a:cubicBezTo>
                    <a:pt x="57" y="108"/>
                    <a:pt x="58" y="109"/>
                    <a:pt x="59" y="109"/>
                  </a:cubicBezTo>
                  <a:cubicBezTo>
                    <a:pt x="62" y="110"/>
                    <a:pt x="59" y="117"/>
                    <a:pt x="64" y="113"/>
                  </a:cubicBezTo>
                  <a:cubicBezTo>
                    <a:pt x="66" y="115"/>
                    <a:pt x="66" y="116"/>
                    <a:pt x="65" y="118"/>
                  </a:cubicBezTo>
                  <a:cubicBezTo>
                    <a:pt x="65" y="118"/>
                    <a:pt x="75" y="124"/>
                    <a:pt x="76" y="125"/>
                  </a:cubicBezTo>
                  <a:cubicBezTo>
                    <a:pt x="78" y="126"/>
                    <a:pt x="80" y="128"/>
                    <a:pt x="81" y="130"/>
                  </a:cubicBezTo>
                  <a:cubicBezTo>
                    <a:pt x="82" y="132"/>
                    <a:pt x="80" y="134"/>
                    <a:pt x="79" y="135"/>
                  </a:cubicBezTo>
                  <a:cubicBezTo>
                    <a:pt x="78" y="134"/>
                    <a:pt x="75" y="130"/>
                    <a:pt x="74" y="131"/>
                  </a:cubicBezTo>
                  <a:cubicBezTo>
                    <a:pt x="73" y="133"/>
                    <a:pt x="74" y="139"/>
                    <a:pt x="77" y="139"/>
                  </a:cubicBezTo>
                  <a:cubicBezTo>
                    <a:pt x="73" y="139"/>
                    <a:pt x="75" y="155"/>
                    <a:pt x="74" y="158"/>
                  </a:cubicBezTo>
                  <a:cubicBezTo>
                    <a:pt x="74" y="158"/>
                    <a:pt x="74" y="158"/>
                    <a:pt x="74" y="158"/>
                  </a:cubicBezTo>
                  <a:cubicBezTo>
                    <a:pt x="73" y="161"/>
                    <a:pt x="76" y="173"/>
                    <a:pt x="81" y="172"/>
                  </a:cubicBezTo>
                  <a:cubicBezTo>
                    <a:pt x="78" y="172"/>
                    <a:pt x="87" y="184"/>
                    <a:pt x="88" y="185"/>
                  </a:cubicBezTo>
                  <a:cubicBezTo>
                    <a:pt x="91" y="187"/>
                    <a:pt x="95" y="188"/>
                    <a:pt x="97" y="192"/>
                  </a:cubicBezTo>
                  <a:cubicBezTo>
                    <a:pt x="100" y="195"/>
                    <a:pt x="100" y="201"/>
                    <a:pt x="103" y="203"/>
                  </a:cubicBezTo>
                  <a:cubicBezTo>
                    <a:pt x="102" y="206"/>
                    <a:pt x="108" y="210"/>
                    <a:pt x="108" y="214"/>
                  </a:cubicBezTo>
                  <a:cubicBezTo>
                    <a:pt x="108" y="214"/>
                    <a:pt x="107" y="214"/>
                    <a:pt x="107" y="215"/>
                  </a:cubicBezTo>
                  <a:cubicBezTo>
                    <a:pt x="108" y="218"/>
                    <a:pt x="113" y="218"/>
                    <a:pt x="115" y="221"/>
                  </a:cubicBezTo>
                  <a:cubicBezTo>
                    <a:pt x="116" y="223"/>
                    <a:pt x="115" y="228"/>
                    <a:pt x="118" y="227"/>
                  </a:cubicBezTo>
                  <a:cubicBezTo>
                    <a:pt x="118" y="222"/>
                    <a:pt x="115" y="216"/>
                    <a:pt x="112" y="212"/>
                  </a:cubicBezTo>
                  <a:cubicBezTo>
                    <a:pt x="110" y="209"/>
                    <a:pt x="109" y="207"/>
                    <a:pt x="108" y="204"/>
                  </a:cubicBezTo>
                  <a:cubicBezTo>
                    <a:pt x="106" y="202"/>
                    <a:pt x="106" y="199"/>
                    <a:pt x="105" y="197"/>
                  </a:cubicBezTo>
                  <a:cubicBezTo>
                    <a:pt x="106" y="197"/>
                    <a:pt x="112" y="199"/>
                    <a:pt x="111" y="200"/>
                  </a:cubicBezTo>
                  <a:cubicBezTo>
                    <a:pt x="109" y="205"/>
                    <a:pt x="119" y="214"/>
                    <a:pt x="122" y="217"/>
                  </a:cubicBezTo>
                  <a:cubicBezTo>
                    <a:pt x="123" y="218"/>
                    <a:pt x="128" y="225"/>
                    <a:pt x="125" y="225"/>
                  </a:cubicBezTo>
                  <a:cubicBezTo>
                    <a:pt x="129" y="225"/>
                    <a:pt x="133" y="230"/>
                    <a:pt x="135" y="233"/>
                  </a:cubicBezTo>
                  <a:cubicBezTo>
                    <a:pt x="137" y="236"/>
                    <a:pt x="136" y="241"/>
                    <a:pt x="138" y="245"/>
                  </a:cubicBezTo>
                  <a:cubicBezTo>
                    <a:pt x="139" y="250"/>
                    <a:pt x="146" y="252"/>
                    <a:pt x="150" y="255"/>
                  </a:cubicBezTo>
                  <a:cubicBezTo>
                    <a:pt x="154" y="256"/>
                    <a:pt x="157" y="259"/>
                    <a:pt x="160" y="260"/>
                  </a:cubicBezTo>
                  <a:cubicBezTo>
                    <a:pt x="166" y="262"/>
                    <a:pt x="167" y="260"/>
                    <a:pt x="171" y="260"/>
                  </a:cubicBezTo>
                  <a:cubicBezTo>
                    <a:pt x="178" y="259"/>
                    <a:pt x="179" y="266"/>
                    <a:pt x="184" y="269"/>
                  </a:cubicBezTo>
                  <a:cubicBezTo>
                    <a:pt x="187" y="270"/>
                    <a:pt x="194" y="273"/>
                    <a:pt x="198" y="271"/>
                  </a:cubicBezTo>
                  <a:cubicBezTo>
                    <a:pt x="196" y="272"/>
                    <a:pt x="203" y="282"/>
                    <a:pt x="204" y="283"/>
                  </a:cubicBezTo>
                  <a:cubicBezTo>
                    <a:pt x="206" y="286"/>
                    <a:pt x="210" y="287"/>
                    <a:pt x="213" y="290"/>
                  </a:cubicBezTo>
                  <a:cubicBezTo>
                    <a:pt x="213" y="290"/>
                    <a:pt x="214" y="289"/>
                    <a:pt x="214" y="288"/>
                  </a:cubicBezTo>
                  <a:cubicBezTo>
                    <a:pt x="213" y="291"/>
                    <a:pt x="218" y="296"/>
                    <a:pt x="221" y="296"/>
                  </a:cubicBezTo>
                  <a:cubicBezTo>
                    <a:pt x="223" y="295"/>
                    <a:pt x="224" y="290"/>
                    <a:pt x="224" y="288"/>
                  </a:cubicBezTo>
                  <a:cubicBezTo>
                    <a:pt x="219" y="290"/>
                    <a:pt x="215" y="288"/>
                    <a:pt x="212" y="283"/>
                  </a:cubicBezTo>
                  <a:cubicBezTo>
                    <a:pt x="211" y="282"/>
                    <a:pt x="207" y="275"/>
                    <a:pt x="211" y="275"/>
                  </a:cubicBezTo>
                  <a:cubicBezTo>
                    <a:pt x="216" y="275"/>
                    <a:pt x="212" y="271"/>
                    <a:pt x="212" y="268"/>
                  </a:cubicBezTo>
                  <a:cubicBezTo>
                    <a:pt x="211" y="264"/>
                    <a:pt x="208" y="262"/>
                    <a:pt x="206" y="259"/>
                  </a:cubicBezTo>
                  <a:cubicBezTo>
                    <a:pt x="205" y="262"/>
                    <a:pt x="200" y="261"/>
                    <a:pt x="198" y="259"/>
                  </a:cubicBezTo>
                  <a:cubicBezTo>
                    <a:pt x="198" y="259"/>
                    <a:pt x="197" y="261"/>
                    <a:pt x="197" y="262"/>
                  </a:cubicBezTo>
                  <a:cubicBezTo>
                    <a:pt x="196" y="262"/>
                    <a:pt x="195" y="262"/>
                    <a:pt x="194" y="261"/>
                  </a:cubicBezTo>
                  <a:cubicBezTo>
                    <a:pt x="194" y="258"/>
                    <a:pt x="194" y="255"/>
                    <a:pt x="195" y="251"/>
                  </a:cubicBezTo>
                  <a:cubicBezTo>
                    <a:pt x="196" y="247"/>
                    <a:pt x="205" y="238"/>
                    <a:pt x="194" y="239"/>
                  </a:cubicBezTo>
                  <a:cubicBezTo>
                    <a:pt x="190" y="239"/>
                    <a:pt x="188" y="240"/>
                    <a:pt x="187" y="244"/>
                  </a:cubicBezTo>
                  <a:cubicBezTo>
                    <a:pt x="186" y="247"/>
                    <a:pt x="186" y="249"/>
                    <a:pt x="183" y="251"/>
                  </a:cubicBezTo>
                  <a:cubicBezTo>
                    <a:pt x="181" y="252"/>
                    <a:pt x="173" y="251"/>
                    <a:pt x="171" y="250"/>
                  </a:cubicBezTo>
                  <a:cubicBezTo>
                    <a:pt x="166" y="247"/>
                    <a:pt x="163" y="239"/>
                    <a:pt x="163" y="234"/>
                  </a:cubicBezTo>
                  <a:cubicBezTo>
                    <a:pt x="163" y="227"/>
                    <a:pt x="166" y="221"/>
                    <a:pt x="163" y="215"/>
                  </a:cubicBezTo>
                  <a:cubicBezTo>
                    <a:pt x="164" y="213"/>
                    <a:pt x="166" y="211"/>
                    <a:pt x="168" y="210"/>
                  </a:cubicBezTo>
                  <a:cubicBezTo>
                    <a:pt x="169" y="209"/>
                    <a:pt x="171" y="210"/>
                    <a:pt x="172" y="207"/>
                  </a:cubicBezTo>
                  <a:cubicBezTo>
                    <a:pt x="171" y="207"/>
                    <a:pt x="170" y="206"/>
                    <a:pt x="170" y="206"/>
                  </a:cubicBezTo>
                  <a:cubicBezTo>
                    <a:pt x="173" y="208"/>
                    <a:pt x="180" y="203"/>
                    <a:pt x="184" y="206"/>
                  </a:cubicBezTo>
                  <a:cubicBezTo>
                    <a:pt x="186" y="207"/>
                    <a:pt x="188" y="208"/>
                    <a:pt x="189" y="205"/>
                  </a:cubicBezTo>
                  <a:cubicBezTo>
                    <a:pt x="189" y="205"/>
                    <a:pt x="187" y="202"/>
                    <a:pt x="188" y="200"/>
                  </a:cubicBezTo>
                  <a:cubicBezTo>
                    <a:pt x="189" y="204"/>
                    <a:pt x="192" y="205"/>
                    <a:pt x="196" y="202"/>
                  </a:cubicBezTo>
                  <a:cubicBezTo>
                    <a:pt x="197" y="203"/>
                    <a:pt x="201" y="203"/>
                    <a:pt x="204" y="204"/>
                  </a:cubicBezTo>
                  <a:cubicBezTo>
                    <a:pt x="207" y="206"/>
                    <a:pt x="207" y="209"/>
                    <a:pt x="211" y="205"/>
                  </a:cubicBezTo>
                  <a:cubicBezTo>
                    <a:pt x="213" y="208"/>
                    <a:pt x="213" y="208"/>
                    <a:pt x="214" y="211"/>
                  </a:cubicBezTo>
                  <a:cubicBezTo>
                    <a:pt x="214" y="214"/>
                    <a:pt x="216" y="221"/>
                    <a:pt x="218" y="222"/>
                  </a:cubicBezTo>
                  <a:cubicBezTo>
                    <a:pt x="224" y="225"/>
                    <a:pt x="222" y="217"/>
                    <a:pt x="222" y="214"/>
                  </a:cubicBezTo>
                  <a:cubicBezTo>
                    <a:pt x="222" y="213"/>
                    <a:pt x="222" y="205"/>
                    <a:pt x="221" y="205"/>
                  </a:cubicBezTo>
                  <a:cubicBezTo>
                    <a:pt x="213" y="203"/>
                    <a:pt x="216" y="197"/>
                    <a:pt x="221" y="193"/>
                  </a:cubicBezTo>
                  <a:cubicBezTo>
                    <a:pt x="222" y="192"/>
                    <a:pt x="227" y="190"/>
                    <a:pt x="230" y="188"/>
                  </a:cubicBezTo>
                  <a:cubicBezTo>
                    <a:pt x="232" y="186"/>
                    <a:pt x="235" y="183"/>
                    <a:pt x="234" y="179"/>
                  </a:cubicBezTo>
                  <a:cubicBezTo>
                    <a:pt x="235" y="179"/>
                    <a:pt x="236" y="178"/>
                    <a:pt x="236" y="177"/>
                  </a:cubicBezTo>
                  <a:cubicBezTo>
                    <a:pt x="236" y="177"/>
                    <a:pt x="233" y="174"/>
                    <a:pt x="232" y="175"/>
                  </a:cubicBezTo>
                  <a:cubicBezTo>
                    <a:pt x="234" y="174"/>
                    <a:pt x="234" y="172"/>
                    <a:pt x="233" y="171"/>
                  </a:cubicBezTo>
                  <a:cubicBezTo>
                    <a:pt x="235" y="169"/>
                    <a:pt x="234" y="166"/>
                    <a:pt x="236" y="165"/>
                  </a:cubicBezTo>
                  <a:cubicBezTo>
                    <a:pt x="239" y="169"/>
                    <a:pt x="245" y="165"/>
                    <a:pt x="242" y="162"/>
                  </a:cubicBezTo>
                  <a:cubicBezTo>
                    <a:pt x="244" y="158"/>
                    <a:pt x="250" y="160"/>
                    <a:pt x="252" y="157"/>
                  </a:cubicBezTo>
                  <a:cubicBezTo>
                    <a:pt x="255" y="158"/>
                    <a:pt x="253" y="153"/>
                    <a:pt x="255" y="150"/>
                  </a:cubicBezTo>
                  <a:cubicBezTo>
                    <a:pt x="256" y="148"/>
                    <a:pt x="259" y="148"/>
                    <a:pt x="262" y="147"/>
                  </a:cubicBezTo>
                  <a:cubicBezTo>
                    <a:pt x="262" y="147"/>
                    <a:pt x="268" y="143"/>
                    <a:pt x="266" y="143"/>
                  </a:cubicBezTo>
                  <a:cubicBezTo>
                    <a:pt x="270" y="144"/>
                    <a:pt x="279" y="139"/>
                    <a:pt x="272" y="135"/>
                  </a:cubicBezTo>
                  <a:cubicBezTo>
                    <a:pt x="273" y="133"/>
                    <a:pt x="270" y="132"/>
                    <a:pt x="268" y="132"/>
                  </a:cubicBezTo>
                  <a:cubicBezTo>
                    <a:pt x="269" y="131"/>
                    <a:pt x="272" y="132"/>
                    <a:pt x="273" y="131"/>
                  </a:cubicBezTo>
                  <a:cubicBezTo>
                    <a:pt x="276" y="129"/>
                    <a:pt x="274" y="128"/>
                    <a:pt x="271" y="127"/>
                  </a:cubicBezTo>
                  <a:cubicBezTo>
                    <a:pt x="268" y="126"/>
                    <a:pt x="263" y="128"/>
                    <a:pt x="261" y="130"/>
                  </a:cubicBezTo>
                  <a:cubicBezTo>
                    <a:pt x="259" y="132"/>
                    <a:pt x="257" y="134"/>
                    <a:pt x="255" y="135"/>
                  </a:cubicBezTo>
                  <a:close/>
                  <a:moveTo>
                    <a:pt x="308" y="302"/>
                  </a:moveTo>
                  <a:cubicBezTo>
                    <a:pt x="306" y="301"/>
                    <a:pt x="303" y="301"/>
                    <a:pt x="301" y="300"/>
                  </a:cubicBezTo>
                  <a:cubicBezTo>
                    <a:pt x="299" y="300"/>
                    <a:pt x="298" y="299"/>
                    <a:pt x="295" y="298"/>
                  </a:cubicBezTo>
                  <a:cubicBezTo>
                    <a:pt x="296" y="293"/>
                    <a:pt x="290" y="292"/>
                    <a:pt x="287" y="289"/>
                  </a:cubicBezTo>
                  <a:cubicBezTo>
                    <a:pt x="284" y="287"/>
                    <a:pt x="282" y="284"/>
                    <a:pt x="277" y="285"/>
                  </a:cubicBezTo>
                  <a:cubicBezTo>
                    <a:pt x="276" y="285"/>
                    <a:pt x="271" y="287"/>
                    <a:pt x="272" y="288"/>
                  </a:cubicBezTo>
                  <a:cubicBezTo>
                    <a:pt x="269" y="285"/>
                    <a:pt x="268" y="284"/>
                    <a:pt x="263" y="282"/>
                  </a:cubicBezTo>
                  <a:cubicBezTo>
                    <a:pt x="259" y="281"/>
                    <a:pt x="257" y="276"/>
                    <a:pt x="253" y="281"/>
                  </a:cubicBezTo>
                  <a:cubicBezTo>
                    <a:pt x="251" y="283"/>
                    <a:pt x="252" y="286"/>
                    <a:pt x="251" y="288"/>
                  </a:cubicBezTo>
                  <a:cubicBezTo>
                    <a:pt x="247" y="285"/>
                    <a:pt x="254" y="282"/>
                    <a:pt x="251" y="279"/>
                  </a:cubicBezTo>
                  <a:cubicBezTo>
                    <a:pt x="248" y="275"/>
                    <a:pt x="243" y="281"/>
                    <a:pt x="240" y="282"/>
                  </a:cubicBezTo>
                  <a:cubicBezTo>
                    <a:pt x="239" y="284"/>
                    <a:pt x="237" y="284"/>
                    <a:pt x="236" y="286"/>
                  </a:cubicBezTo>
                  <a:cubicBezTo>
                    <a:pt x="235" y="287"/>
                    <a:pt x="234" y="290"/>
                    <a:pt x="233" y="291"/>
                  </a:cubicBezTo>
                  <a:cubicBezTo>
                    <a:pt x="233" y="289"/>
                    <a:pt x="228" y="290"/>
                    <a:pt x="228" y="288"/>
                  </a:cubicBezTo>
                  <a:cubicBezTo>
                    <a:pt x="229" y="294"/>
                    <a:pt x="229" y="301"/>
                    <a:pt x="230" y="307"/>
                  </a:cubicBezTo>
                  <a:cubicBezTo>
                    <a:pt x="231" y="310"/>
                    <a:pt x="230" y="316"/>
                    <a:pt x="227" y="319"/>
                  </a:cubicBezTo>
                  <a:cubicBezTo>
                    <a:pt x="224" y="321"/>
                    <a:pt x="221" y="324"/>
                    <a:pt x="220" y="329"/>
                  </a:cubicBezTo>
                  <a:cubicBezTo>
                    <a:pt x="220" y="332"/>
                    <a:pt x="220" y="334"/>
                    <a:pt x="223" y="335"/>
                  </a:cubicBezTo>
                  <a:cubicBezTo>
                    <a:pt x="223" y="339"/>
                    <a:pt x="219" y="342"/>
                    <a:pt x="219" y="346"/>
                  </a:cubicBezTo>
                  <a:cubicBezTo>
                    <a:pt x="219" y="346"/>
                    <a:pt x="220" y="348"/>
                    <a:pt x="220" y="350"/>
                  </a:cubicBezTo>
                  <a:cubicBezTo>
                    <a:pt x="254" y="344"/>
                    <a:pt x="285" y="327"/>
                    <a:pt x="308" y="302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8580" tIns="64290" rIns="128580" bIns="64290" numCol="1" anchor="t" anchorCtr="0" compatLnSpc="1"/>
            <a:lstStyle/>
            <a:p>
              <a:pPr>
                <a:lnSpc>
                  <a:spcPct val="120000"/>
                </a:lnSpc>
                <a:defRPr/>
              </a:pPr>
              <a:endParaRPr lang="en-US" sz="800">
                <a:latin typeface="Arial"/>
                <a:ea typeface="微软雅黑"/>
                <a:cs typeface="+mn-ea"/>
              </a:endParaRPr>
            </a:p>
          </p:txBody>
        </p:sp>
      </p:grpSp>
      <p:sp>
        <p:nvSpPr>
          <p:cNvPr id="1033438147" name="Footer Text"/>
          <p:cNvSpPr txBox="1"/>
          <p:nvPr/>
        </p:nvSpPr>
        <p:spPr bwMode="auto">
          <a:xfrm>
            <a:off x="973504" y="5643811"/>
            <a:ext cx="10911745" cy="1350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Please replace text, click add relevant headline, modify the text content, also can copy your content to this </a:t>
            </a: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directly.Please</a:t>
            </a: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 replace text, click add relevant headline, modify the text content, also can copy your content to this directly.</a:t>
            </a:r>
            <a:r>
              <a:rPr lang="zh-CN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  <a:cs typeface="+mn-ea"/>
              </a:rPr>
              <a:t>。</a:t>
            </a:r>
            <a:endParaRPr lang="en-US" sz="800">
              <a:solidFill>
                <a:schemeClr val="bg1">
                  <a:lumMod val="65000"/>
                </a:schemeClr>
              </a:solidFill>
              <a:latin typeface="Arial"/>
              <a:ea typeface="微软雅黑"/>
              <a:cs typeface="+mn-ea"/>
            </a:endParaRPr>
          </a:p>
        </p:txBody>
      </p:sp>
      <p:cxnSp>
        <p:nvCxnSpPr>
          <p:cNvPr id="1146050457" name="Straight Line buttom"/>
          <p:cNvCxnSpPr/>
          <p:nvPr/>
        </p:nvCxnSpPr>
        <p:spPr bwMode="auto">
          <a:xfrm>
            <a:off x="964706" y="5456156"/>
            <a:ext cx="10929338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8715916" name="TextBox 8"/>
          <p:cNvSpPr txBox="1"/>
          <p:nvPr/>
        </p:nvSpPr>
        <p:spPr bwMode="auto"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en-US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2030</a:t>
            </a:r>
            <a:r>
              <a:rPr lang="zh-CN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年度</a:t>
            </a:r>
            <a:r>
              <a:rPr lang="zh-CN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工作概述</a:t>
            </a:r>
            <a:endParaRPr lang="zh-CN" sz="40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934573298" name="TextBox 8"/>
          <p:cNvSpPr txBox="1"/>
          <p:nvPr/>
        </p:nvSpPr>
        <p:spPr bwMode="auto">
          <a:xfrm>
            <a:off x="5025515" y="743527"/>
            <a:ext cx="2807720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2030 </a:t>
            </a: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ANNUAL WORK SUMMARY</a:t>
            </a:r>
            <a:endParaRPr lang="zh-CN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grpSp>
        <p:nvGrpSpPr>
          <p:cNvPr id="268065614" name="组合 66"/>
          <p:cNvGrpSpPr/>
          <p:nvPr/>
        </p:nvGrpSpPr>
        <p:grpSpPr bwMode="auto"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70" name="直接连接符 69"/>
            <p:cNvCxnSpPr/>
            <p:nvPr/>
          </p:nvCxnSpPr>
          <p:spPr bwMode="auto"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 bwMode="auto"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64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06564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02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686028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94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5794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560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315560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11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52111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277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1835277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79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26379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99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2699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01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916017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865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1367865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24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07924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88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1454288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87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85872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342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0273425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0273425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27342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34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21347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21347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37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558372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558372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55837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098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58098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58098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500"/>
                            </p:stCondLst>
                            <p:childTnLst>
                              <p:par>
                                <p:cTn id="7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35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991352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991352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99135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45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659145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59145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0"/>
                            </p:stCondLst>
                            <p:childTnLst>
                              <p:par>
                                <p:cTn id="8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988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881988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881988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881988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771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877714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877714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500"/>
                            </p:stCondLst>
                            <p:childTnLst>
                              <p:par>
                                <p:cTn id="9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795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6877955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6877955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687795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94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99945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799945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6000"/>
                            </p:stCondLst>
                            <p:childTnLst>
                              <p:par>
                                <p:cTn id="10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467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4964678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4964678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496467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283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937283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937283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6500"/>
                            </p:stCondLst>
                            <p:childTnLst>
                              <p:par>
                                <p:cTn id="111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050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13" dur="500"/>
                                        <p:tgtEl>
                                          <p:spTgt spid="1146050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43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033438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5646019" grpId="0" animBg="1"/>
      <p:bldP spid="1857941057" grpId="0"/>
      <p:bldP spid="452111821" grpId="0"/>
      <p:bldP spid="526379865" grpId="0"/>
      <p:bldP spid="1916017127" grpId="0"/>
      <p:bldP spid="707924923" grpId="0"/>
      <p:bldP spid="685872430" grpId="0"/>
      <p:bldP spid="103343814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1419343" name="Oval 59"/>
          <p:cNvSpPr/>
          <p:nvPr/>
        </p:nvSpPr>
        <p:spPr bwMode="auto">
          <a:xfrm>
            <a:off x="5584212" y="4731685"/>
            <a:ext cx="1110118" cy="1110118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/>
            </a:pPr>
            <a:endParaRPr lang="en-US" sz="1400">
              <a:latin typeface="Arial"/>
              <a:ea typeface="微软雅黑"/>
            </a:endParaRPr>
          </a:p>
        </p:txBody>
      </p:sp>
      <p:sp>
        <p:nvSpPr>
          <p:cNvPr id="1216608705" name="Oval 57"/>
          <p:cNvSpPr/>
          <p:nvPr/>
        </p:nvSpPr>
        <p:spPr bwMode="auto">
          <a:xfrm>
            <a:off x="6968761" y="4230437"/>
            <a:ext cx="1110118" cy="1110118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/>
            </a:pPr>
            <a:endParaRPr lang="en-US" sz="1400">
              <a:latin typeface="Arial"/>
              <a:ea typeface="微软雅黑"/>
            </a:endParaRPr>
          </a:p>
        </p:txBody>
      </p:sp>
      <p:sp>
        <p:nvSpPr>
          <p:cNvPr id="1311632529" name="Oval 58"/>
          <p:cNvSpPr/>
          <p:nvPr/>
        </p:nvSpPr>
        <p:spPr bwMode="auto">
          <a:xfrm>
            <a:off x="4508376" y="3807418"/>
            <a:ext cx="1110118" cy="1110118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/>
            </a:pPr>
            <a:endParaRPr lang="en-US" sz="1400">
              <a:latin typeface="Arial"/>
              <a:ea typeface="微软雅黑"/>
            </a:endParaRPr>
          </a:p>
        </p:txBody>
      </p:sp>
      <p:sp>
        <p:nvSpPr>
          <p:cNvPr id="1939634302" name="Oval 54"/>
          <p:cNvSpPr/>
          <p:nvPr/>
        </p:nvSpPr>
        <p:spPr bwMode="auto">
          <a:xfrm>
            <a:off x="7275507" y="2943576"/>
            <a:ext cx="1110118" cy="111011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/>
            </a:pPr>
            <a:endParaRPr lang="en-US" sz="1400">
              <a:latin typeface="Arial"/>
              <a:ea typeface="微软雅黑"/>
            </a:endParaRPr>
          </a:p>
        </p:txBody>
      </p:sp>
      <p:sp>
        <p:nvSpPr>
          <p:cNvPr id="804679358" name="Oval 53"/>
          <p:cNvSpPr/>
          <p:nvPr/>
        </p:nvSpPr>
        <p:spPr bwMode="auto">
          <a:xfrm>
            <a:off x="6163757" y="2021989"/>
            <a:ext cx="1110118" cy="1110118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/>
            </a:pPr>
            <a:endParaRPr lang="en-US" sz="1400">
              <a:latin typeface="Arial"/>
              <a:ea typeface="微软雅黑"/>
            </a:endParaRPr>
          </a:p>
        </p:txBody>
      </p:sp>
      <p:sp>
        <p:nvSpPr>
          <p:cNvPr id="1638892146" name="Oval 44"/>
          <p:cNvSpPr/>
          <p:nvPr/>
        </p:nvSpPr>
        <p:spPr bwMode="auto">
          <a:xfrm>
            <a:off x="4841411" y="2414638"/>
            <a:ext cx="1110118" cy="1110118"/>
          </a:xfrm>
          <a:prstGeom prst="ellipse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/>
            </a:pPr>
            <a:endParaRPr lang="en-US" sz="1400">
              <a:latin typeface="Arial"/>
              <a:ea typeface="微软雅黑"/>
            </a:endParaRPr>
          </a:p>
        </p:txBody>
      </p:sp>
      <p:sp>
        <p:nvSpPr>
          <p:cNvPr id="346664255" name="Hexagon 43"/>
          <p:cNvSpPr/>
          <p:nvPr/>
        </p:nvSpPr>
        <p:spPr bwMode="auto">
          <a:xfrm>
            <a:off x="5290358" y="3166049"/>
            <a:ext cx="791332" cy="682183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>
                <a:latin typeface="Arial"/>
                <a:ea typeface="微软雅黑"/>
              </a:rPr>
              <a:t>01</a:t>
            </a:r>
            <a:endParaRPr lang="en-US">
              <a:latin typeface="Arial"/>
              <a:ea typeface="微软雅黑"/>
            </a:endParaRPr>
          </a:p>
        </p:txBody>
      </p:sp>
      <p:sp>
        <p:nvSpPr>
          <p:cNvPr id="1447570405" name="Hexagon 45"/>
          <p:cNvSpPr/>
          <p:nvPr/>
        </p:nvSpPr>
        <p:spPr bwMode="auto">
          <a:xfrm>
            <a:off x="6784561" y="3166049"/>
            <a:ext cx="791332" cy="682183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>
                <a:latin typeface="Arial"/>
                <a:ea typeface="微软雅黑"/>
              </a:rPr>
              <a:t>03</a:t>
            </a:r>
            <a:endParaRPr lang="en-US">
              <a:latin typeface="Arial"/>
              <a:ea typeface="微软雅黑"/>
            </a:endParaRPr>
          </a:p>
        </p:txBody>
      </p:sp>
      <p:sp>
        <p:nvSpPr>
          <p:cNvPr id="347712278" name="Hexagon 46"/>
          <p:cNvSpPr/>
          <p:nvPr/>
        </p:nvSpPr>
        <p:spPr bwMode="auto">
          <a:xfrm>
            <a:off x="6043921" y="2772365"/>
            <a:ext cx="791332" cy="682183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>
                <a:latin typeface="Arial"/>
                <a:ea typeface="微软雅黑"/>
              </a:rPr>
              <a:t>02</a:t>
            </a:r>
            <a:endParaRPr lang="en-US">
              <a:latin typeface="Arial"/>
              <a:ea typeface="微软雅黑"/>
            </a:endParaRPr>
          </a:p>
        </p:txBody>
      </p:sp>
      <p:sp>
        <p:nvSpPr>
          <p:cNvPr id="465399755" name="Hexagon 47"/>
          <p:cNvSpPr/>
          <p:nvPr/>
        </p:nvSpPr>
        <p:spPr bwMode="auto">
          <a:xfrm>
            <a:off x="5290358" y="3992363"/>
            <a:ext cx="791332" cy="682183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>
                <a:latin typeface="Arial"/>
                <a:ea typeface="微软雅黑"/>
              </a:rPr>
              <a:t>06</a:t>
            </a:r>
            <a:endParaRPr lang="en-US">
              <a:latin typeface="Arial"/>
              <a:ea typeface="微软雅黑"/>
            </a:endParaRPr>
          </a:p>
        </p:txBody>
      </p:sp>
      <p:sp>
        <p:nvSpPr>
          <p:cNvPr id="1276769989" name="Hexagon 49"/>
          <p:cNvSpPr/>
          <p:nvPr/>
        </p:nvSpPr>
        <p:spPr bwMode="auto">
          <a:xfrm>
            <a:off x="6756534" y="3967601"/>
            <a:ext cx="791332" cy="682183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>
                <a:latin typeface="Arial"/>
                <a:ea typeface="微软雅黑"/>
              </a:rPr>
              <a:t>04</a:t>
            </a:r>
            <a:endParaRPr lang="en-US">
              <a:latin typeface="Arial"/>
              <a:ea typeface="微软雅黑"/>
            </a:endParaRPr>
          </a:p>
        </p:txBody>
      </p:sp>
      <p:sp>
        <p:nvSpPr>
          <p:cNvPr id="982955951" name="Hexagon 51"/>
          <p:cNvSpPr/>
          <p:nvPr/>
        </p:nvSpPr>
        <p:spPr bwMode="auto">
          <a:xfrm>
            <a:off x="6043921" y="4416316"/>
            <a:ext cx="791332" cy="682183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>
                <a:latin typeface="Arial"/>
                <a:ea typeface="微软雅黑"/>
              </a:rPr>
              <a:t>05</a:t>
            </a:r>
            <a:endParaRPr lang="en-US">
              <a:latin typeface="Arial"/>
              <a:ea typeface="微软雅黑"/>
            </a:endParaRPr>
          </a:p>
        </p:txBody>
      </p:sp>
      <p:sp>
        <p:nvSpPr>
          <p:cNvPr id="615701313" name="Freeform 62"/>
          <p:cNvSpPr>
            <a:spLocks noEditPoints="1"/>
          </p:cNvSpPr>
          <p:nvPr/>
        </p:nvSpPr>
        <p:spPr bwMode="auto">
          <a:xfrm>
            <a:off x="5225260" y="2681256"/>
            <a:ext cx="321686" cy="469964"/>
          </a:xfrm>
          <a:custGeom>
            <a:avLst/>
            <a:gdLst/>
            <a:ahLst/>
            <a:cxnLst>
              <a:cxn ang="0">
                <a:pos x="35" y="0"/>
              </a:cxn>
              <a:cxn ang="0">
                <a:pos x="0" y="35"/>
              </a:cxn>
              <a:cxn ang="0">
                <a:pos x="16" y="74"/>
              </a:cxn>
              <a:cxn ang="0">
                <a:pos x="35" y="102"/>
              </a:cxn>
              <a:cxn ang="0">
                <a:pos x="54" y="74"/>
              </a:cxn>
              <a:cxn ang="0">
                <a:pos x="70" y="35"/>
              </a:cxn>
              <a:cxn ang="0">
                <a:pos x="35" y="0"/>
              </a:cxn>
              <a:cxn ang="0">
                <a:pos x="43" y="87"/>
              </a:cxn>
              <a:cxn ang="0">
                <a:pos x="27" y="89"/>
              </a:cxn>
              <a:cxn ang="0">
                <a:pos x="26" y="83"/>
              </a:cxn>
              <a:cxn ang="0">
                <a:pos x="26" y="83"/>
              </a:cxn>
              <a:cxn ang="0">
                <a:pos x="45" y="80"/>
              </a:cxn>
              <a:cxn ang="0">
                <a:pos x="44" y="83"/>
              </a:cxn>
              <a:cxn ang="0">
                <a:pos x="43" y="87"/>
              </a:cxn>
              <a:cxn ang="0">
                <a:pos x="25" y="79"/>
              </a:cxn>
              <a:cxn ang="0">
                <a:pos x="23" y="73"/>
              </a:cxn>
              <a:cxn ang="0">
                <a:pos x="47" y="73"/>
              </a:cxn>
              <a:cxn ang="0">
                <a:pos x="46" y="77"/>
              </a:cxn>
              <a:cxn ang="0">
                <a:pos x="25" y="79"/>
              </a:cxn>
              <a:cxn ang="0">
                <a:pos x="35" y="96"/>
              </a:cxn>
              <a:cxn ang="0">
                <a:pos x="29" y="92"/>
              </a:cxn>
              <a:cxn ang="0">
                <a:pos x="42" y="90"/>
              </a:cxn>
              <a:cxn ang="0">
                <a:pos x="35" y="96"/>
              </a:cxn>
              <a:cxn ang="0">
                <a:pos x="50" y="67"/>
              </a:cxn>
              <a:cxn ang="0">
                <a:pos x="20" y="67"/>
              </a:cxn>
              <a:cxn ang="0">
                <a:pos x="15" y="57"/>
              </a:cxn>
              <a:cxn ang="0">
                <a:pos x="6" y="35"/>
              </a:cxn>
              <a:cxn ang="0">
                <a:pos x="35" y="6"/>
              </a:cxn>
              <a:cxn ang="0">
                <a:pos x="64" y="35"/>
              </a:cxn>
              <a:cxn ang="0">
                <a:pos x="55" y="57"/>
              </a:cxn>
              <a:cxn ang="0">
                <a:pos x="50" y="67"/>
              </a:cxn>
              <a:cxn ang="0">
                <a:pos x="50" y="67"/>
              </a:cxn>
              <a:cxn ang="0">
                <a:pos x="50" y="67"/>
              </a:cxn>
            </a:cxnLst>
            <a:rect l="0" t="0" r="r" b="b"/>
            <a:pathLst>
              <a:path w="70" h="102" fill="norm" stroke="1" extrusionOk="0">
                <a:moveTo>
                  <a:pt x="35" y="0"/>
                </a:moveTo>
                <a:cubicBezTo>
                  <a:pt x="16" y="0"/>
                  <a:pt x="0" y="16"/>
                  <a:pt x="0" y="35"/>
                </a:cubicBezTo>
                <a:cubicBezTo>
                  <a:pt x="0" y="48"/>
                  <a:pt x="12" y="62"/>
                  <a:pt x="16" y="74"/>
                </a:cubicBezTo>
                <a:cubicBezTo>
                  <a:pt x="22" y="91"/>
                  <a:pt x="22" y="102"/>
                  <a:pt x="35" y="102"/>
                </a:cubicBezTo>
                <a:cubicBezTo>
                  <a:pt x="49" y="102"/>
                  <a:pt x="48" y="92"/>
                  <a:pt x="54" y="74"/>
                </a:cubicBezTo>
                <a:cubicBezTo>
                  <a:pt x="58" y="62"/>
                  <a:pt x="70" y="48"/>
                  <a:pt x="70" y="35"/>
                </a:cubicBezTo>
                <a:cubicBezTo>
                  <a:pt x="70" y="16"/>
                  <a:pt x="54" y="0"/>
                  <a:pt x="35" y="0"/>
                </a:cubicBezTo>
                <a:close/>
                <a:moveTo>
                  <a:pt x="43" y="87"/>
                </a:moveTo>
                <a:cubicBezTo>
                  <a:pt x="27" y="89"/>
                  <a:pt x="27" y="89"/>
                  <a:pt x="27" y="89"/>
                </a:cubicBezTo>
                <a:cubicBezTo>
                  <a:pt x="27" y="87"/>
                  <a:pt x="26" y="85"/>
                  <a:pt x="26" y="83"/>
                </a:cubicBezTo>
                <a:cubicBezTo>
                  <a:pt x="26" y="83"/>
                  <a:pt x="26" y="83"/>
                  <a:pt x="26" y="83"/>
                </a:cubicBezTo>
                <a:cubicBezTo>
                  <a:pt x="45" y="80"/>
                  <a:pt x="45" y="80"/>
                  <a:pt x="45" y="80"/>
                </a:cubicBezTo>
                <a:cubicBezTo>
                  <a:pt x="45" y="81"/>
                  <a:pt x="45" y="82"/>
                  <a:pt x="44" y="83"/>
                </a:cubicBezTo>
                <a:cubicBezTo>
                  <a:pt x="44" y="84"/>
                  <a:pt x="44" y="86"/>
                  <a:pt x="43" y="87"/>
                </a:cubicBezTo>
                <a:close/>
                <a:moveTo>
                  <a:pt x="25" y="79"/>
                </a:moveTo>
                <a:cubicBezTo>
                  <a:pt x="24" y="78"/>
                  <a:pt x="23" y="76"/>
                  <a:pt x="23" y="73"/>
                </a:cubicBezTo>
                <a:cubicBezTo>
                  <a:pt x="47" y="73"/>
                  <a:pt x="47" y="73"/>
                  <a:pt x="47" y="73"/>
                </a:cubicBezTo>
                <a:cubicBezTo>
                  <a:pt x="47" y="75"/>
                  <a:pt x="47" y="76"/>
                  <a:pt x="46" y="77"/>
                </a:cubicBezTo>
                <a:lnTo>
                  <a:pt x="25" y="79"/>
                </a:lnTo>
                <a:close/>
                <a:moveTo>
                  <a:pt x="35" y="96"/>
                </a:moveTo>
                <a:cubicBezTo>
                  <a:pt x="32" y="96"/>
                  <a:pt x="30" y="95"/>
                  <a:pt x="29" y="92"/>
                </a:cubicBezTo>
                <a:cubicBezTo>
                  <a:pt x="42" y="90"/>
                  <a:pt x="42" y="90"/>
                  <a:pt x="42" y="90"/>
                </a:cubicBezTo>
                <a:cubicBezTo>
                  <a:pt x="40" y="95"/>
                  <a:pt x="39" y="96"/>
                  <a:pt x="35" y="96"/>
                </a:cubicBezTo>
                <a:close/>
                <a:moveTo>
                  <a:pt x="50" y="67"/>
                </a:moveTo>
                <a:cubicBezTo>
                  <a:pt x="20" y="67"/>
                  <a:pt x="20" y="67"/>
                  <a:pt x="20" y="67"/>
                </a:cubicBezTo>
                <a:cubicBezTo>
                  <a:pt x="19" y="64"/>
                  <a:pt x="17" y="60"/>
                  <a:pt x="15" y="57"/>
                </a:cubicBezTo>
                <a:cubicBezTo>
                  <a:pt x="11" y="49"/>
                  <a:pt x="6" y="41"/>
                  <a:pt x="6" y="35"/>
                </a:cubicBezTo>
                <a:cubicBezTo>
                  <a:pt x="6" y="19"/>
                  <a:pt x="19" y="6"/>
                  <a:pt x="35" y="6"/>
                </a:cubicBezTo>
                <a:cubicBezTo>
                  <a:pt x="51" y="6"/>
                  <a:pt x="64" y="19"/>
                  <a:pt x="64" y="35"/>
                </a:cubicBezTo>
                <a:cubicBezTo>
                  <a:pt x="64" y="41"/>
                  <a:pt x="60" y="49"/>
                  <a:pt x="55" y="57"/>
                </a:cubicBezTo>
                <a:cubicBezTo>
                  <a:pt x="53" y="60"/>
                  <a:pt x="52" y="64"/>
                  <a:pt x="50" y="67"/>
                </a:cubicBezTo>
                <a:close/>
                <a:moveTo>
                  <a:pt x="50" y="67"/>
                </a:moveTo>
                <a:cubicBezTo>
                  <a:pt x="50" y="67"/>
                  <a:pt x="50" y="67"/>
                  <a:pt x="50" y="67"/>
                </a:cubicBezTo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9525" tIns="49764" rIns="99525" bIns="49764" numCol="1" anchor="t" anchorCtr="0" compatLnSpc="1"/>
          <a:lstStyle/>
          <a:p>
            <a:pPr>
              <a:lnSpc>
                <a:spcPct val="120000"/>
              </a:lnSpc>
              <a:defRPr/>
            </a:pPr>
            <a:endParaRPr lang="en-US" sz="1400">
              <a:latin typeface="Arial"/>
              <a:ea typeface="微软雅黑"/>
            </a:endParaRPr>
          </a:p>
        </p:txBody>
      </p:sp>
      <p:sp>
        <p:nvSpPr>
          <p:cNvPr id="53217423" name="Freeform 69"/>
          <p:cNvSpPr/>
          <p:nvPr/>
        </p:nvSpPr>
        <p:spPr bwMode="auto">
          <a:xfrm>
            <a:off x="6629337" y="2334149"/>
            <a:ext cx="196692" cy="369463"/>
          </a:xfrm>
          <a:custGeom>
            <a:avLst/>
            <a:gdLst/>
            <a:ahLst/>
            <a:cxnLst>
              <a:cxn ang="0">
                <a:pos x="21" y="57"/>
              </a:cxn>
              <a:cxn ang="0">
                <a:pos x="21" y="63"/>
              </a:cxn>
              <a:cxn ang="0">
                <a:pos x="20" y="64"/>
              </a:cxn>
              <a:cxn ang="0">
                <a:pos x="15" y="64"/>
              </a:cxn>
              <a:cxn ang="0">
                <a:pos x="14" y="63"/>
              </a:cxn>
              <a:cxn ang="0">
                <a:pos x="14" y="57"/>
              </a:cxn>
              <a:cxn ang="0">
                <a:pos x="1" y="50"/>
              </a:cxn>
              <a:cxn ang="0">
                <a:pos x="1" y="49"/>
              </a:cxn>
              <a:cxn ang="0">
                <a:pos x="4" y="44"/>
              </a:cxn>
              <a:cxn ang="0">
                <a:pos x="5" y="43"/>
              </a:cxn>
              <a:cxn ang="0">
                <a:pos x="6" y="44"/>
              </a:cxn>
              <a:cxn ang="0">
                <a:pos x="17" y="49"/>
              </a:cxn>
              <a:cxn ang="0">
                <a:pos x="25" y="43"/>
              </a:cxn>
              <a:cxn ang="0">
                <a:pos x="16" y="36"/>
              </a:cxn>
              <a:cxn ang="0">
                <a:pos x="1" y="21"/>
              </a:cxn>
              <a:cxn ang="0">
                <a:pos x="14" y="8"/>
              </a:cxn>
              <a:cxn ang="0">
                <a:pos x="14" y="1"/>
              </a:cxn>
              <a:cxn ang="0">
                <a:pos x="15" y="0"/>
              </a:cxn>
              <a:cxn ang="0">
                <a:pos x="20" y="0"/>
              </a:cxn>
              <a:cxn ang="0">
                <a:pos x="21" y="1"/>
              </a:cxn>
              <a:cxn ang="0">
                <a:pos x="21" y="7"/>
              </a:cxn>
              <a:cxn ang="0">
                <a:pos x="32" y="12"/>
              </a:cxn>
              <a:cxn ang="0">
                <a:pos x="32" y="14"/>
              </a:cxn>
              <a:cxn ang="0">
                <a:pos x="29" y="19"/>
              </a:cxn>
              <a:cxn ang="0">
                <a:pos x="29" y="19"/>
              </a:cxn>
              <a:cxn ang="0">
                <a:pos x="28" y="19"/>
              </a:cxn>
              <a:cxn ang="0">
                <a:pos x="18" y="15"/>
              </a:cxn>
              <a:cxn ang="0">
                <a:pos x="10" y="21"/>
              </a:cxn>
              <a:cxn ang="0">
                <a:pos x="20" y="28"/>
              </a:cxn>
              <a:cxn ang="0">
                <a:pos x="34" y="42"/>
              </a:cxn>
              <a:cxn ang="0">
                <a:pos x="21" y="57"/>
              </a:cxn>
            </a:cxnLst>
            <a:rect l="0" t="0" r="r" b="b"/>
            <a:pathLst>
              <a:path w="34" h="64" fill="norm" stroke="1" extrusionOk="0">
                <a:moveTo>
                  <a:pt x="21" y="57"/>
                </a:moveTo>
                <a:cubicBezTo>
                  <a:pt x="21" y="63"/>
                  <a:pt x="21" y="63"/>
                  <a:pt x="21" y="63"/>
                </a:cubicBezTo>
                <a:cubicBezTo>
                  <a:pt x="21" y="63"/>
                  <a:pt x="20" y="64"/>
                  <a:pt x="20" y="64"/>
                </a:cubicBezTo>
                <a:cubicBezTo>
                  <a:pt x="15" y="64"/>
                  <a:pt x="15" y="64"/>
                  <a:pt x="15" y="64"/>
                </a:cubicBezTo>
                <a:cubicBezTo>
                  <a:pt x="14" y="64"/>
                  <a:pt x="14" y="63"/>
                  <a:pt x="14" y="63"/>
                </a:cubicBezTo>
                <a:cubicBezTo>
                  <a:pt x="14" y="57"/>
                  <a:pt x="14" y="57"/>
                  <a:pt x="14" y="57"/>
                </a:cubicBezTo>
                <a:cubicBezTo>
                  <a:pt x="5" y="55"/>
                  <a:pt x="1" y="50"/>
                  <a:pt x="1" y="50"/>
                </a:cubicBezTo>
                <a:cubicBezTo>
                  <a:pt x="0" y="50"/>
                  <a:pt x="0" y="49"/>
                  <a:pt x="1" y="49"/>
                </a:cubicBezTo>
                <a:cubicBezTo>
                  <a:pt x="4" y="44"/>
                  <a:pt x="4" y="44"/>
                  <a:pt x="4" y="44"/>
                </a:cubicBezTo>
                <a:cubicBezTo>
                  <a:pt x="4" y="44"/>
                  <a:pt x="5" y="43"/>
                  <a:pt x="5" y="43"/>
                </a:cubicBezTo>
                <a:cubicBezTo>
                  <a:pt x="5" y="43"/>
                  <a:pt x="6" y="44"/>
                  <a:pt x="6" y="44"/>
                </a:cubicBezTo>
                <a:cubicBezTo>
                  <a:pt x="6" y="44"/>
                  <a:pt x="11" y="49"/>
                  <a:pt x="17" y="49"/>
                </a:cubicBezTo>
                <a:cubicBezTo>
                  <a:pt x="21" y="49"/>
                  <a:pt x="25" y="47"/>
                  <a:pt x="25" y="43"/>
                </a:cubicBezTo>
                <a:cubicBezTo>
                  <a:pt x="25" y="39"/>
                  <a:pt x="20" y="38"/>
                  <a:pt x="16" y="36"/>
                </a:cubicBezTo>
                <a:cubicBezTo>
                  <a:pt x="9" y="33"/>
                  <a:pt x="1" y="30"/>
                  <a:pt x="1" y="21"/>
                </a:cubicBezTo>
                <a:cubicBezTo>
                  <a:pt x="1" y="14"/>
                  <a:pt x="6" y="9"/>
                  <a:pt x="14" y="8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0"/>
                  <a:pt x="14" y="0"/>
                  <a:pt x="15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20" y="0"/>
                  <a:pt x="21" y="0"/>
                  <a:pt x="21" y="1"/>
                </a:cubicBezTo>
                <a:cubicBezTo>
                  <a:pt x="21" y="7"/>
                  <a:pt x="21" y="7"/>
                  <a:pt x="21" y="7"/>
                </a:cubicBezTo>
                <a:cubicBezTo>
                  <a:pt x="28" y="8"/>
                  <a:pt x="32" y="12"/>
                  <a:pt x="32" y="12"/>
                </a:cubicBezTo>
                <a:cubicBezTo>
                  <a:pt x="33" y="13"/>
                  <a:pt x="33" y="13"/>
                  <a:pt x="32" y="14"/>
                </a:cubicBezTo>
                <a:cubicBezTo>
                  <a:pt x="29" y="19"/>
                  <a:pt x="29" y="19"/>
                  <a:pt x="29" y="19"/>
                </a:cubicBezTo>
                <a:cubicBezTo>
                  <a:pt x="29" y="19"/>
                  <a:pt x="29" y="19"/>
                  <a:pt x="29" y="19"/>
                </a:cubicBezTo>
                <a:cubicBezTo>
                  <a:pt x="28" y="19"/>
                  <a:pt x="28" y="19"/>
                  <a:pt x="28" y="19"/>
                </a:cubicBezTo>
                <a:cubicBezTo>
                  <a:pt x="28" y="19"/>
                  <a:pt x="23" y="15"/>
                  <a:pt x="18" y="15"/>
                </a:cubicBezTo>
                <a:cubicBezTo>
                  <a:pt x="13" y="15"/>
                  <a:pt x="10" y="18"/>
                  <a:pt x="10" y="21"/>
                </a:cubicBezTo>
                <a:cubicBezTo>
                  <a:pt x="10" y="25"/>
                  <a:pt x="15" y="26"/>
                  <a:pt x="20" y="28"/>
                </a:cubicBezTo>
                <a:cubicBezTo>
                  <a:pt x="26" y="31"/>
                  <a:pt x="34" y="34"/>
                  <a:pt x="34" y="42"/>
                </a:cubicBezTo>
                <a:cubicBezTo>
                  <a:pt x="34" y="50"/>
                  <a:pt x="28" y="55"/>
                  <a:pt x="21" y="57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9525" tIns="49764" rIns="99525" bIns="49764" numCol="1" anchor="t" anchorCtr="0" compatLnSpc="1"/>
          <a:lstStyle/>
          <a:p>
            <a:pPr>
              <a:lnSpc>
                <a:spcPct val="120000"/>
              </a:lnSpc>
              <a:defRPr/>
            </a:pPr>
            <a:endParaRPr lang="en-US" sz="1400">
              <a:latin typeface="Arial"/>
              <a:ea typeface="微软雅黑"/>
            </a:endParaRPr>
          </a:p>
        </p:txBody>
      </p:sp>
      <p:sp>
        <p:nvSpPr>
          <p:cNvPr id="1436965144" name="Freeform 23"/>
          <p:cNvSpPr>
            <a:spLocks noEditPoints="1"/>
          </p:cNvSpPr>
          <p:nvPr/>
        </p:nvSpPr>
        <p:spPr bwMode="auto">
          <a:xfrm>
            <a:off x="7686293" y="3341870"/>
            <a:ext cx="309645" cy="292792"/>
          </a:xfrm>
          <a:custGeom>
            <a:avLst/>
            <a:gdLst/>
            <a:ahLst/>
            <a:cxnLst>
              <a:cxn ang="0">
                <a:pos x="68" y="14"/>
              </a:cxn>
              <a:cxn ang="0">
                <a:pos x="68" y="18"/>
              </a:cxn>
              <a:cxn ang="0">
                <a:pos x="64" y="18"/>
              </a:cxn>
              <a:cxn ang="0">
                <a:pos x="61" y="21"/>
              </a:cxn>
              <a:cxn ang="0">
                <a:pos x="7" y="21"/>
              </a:cxn>
              <a:cxn ang="0">
                <a:pos x="4" y="18"/>
              </a:cxn>
              <a:cxn ang="0">
                <a:pos x="0" y="18"/>
              </a:cxn>
              <a:cxn ang="0">
                <a:pos x="0" y="14"/>
              </a:cxn>
              <a:cxn ang="0">
                <a:pos x="34" y="0"/>
              </a:cxn>
              <a:cxn ang="0">
                <a:pos x="68" y="14"/>
              </a:cxn>
              <a:cxn ang="0">
                <a:pos x="68" y="60"/>
              </a:cxn>
              <a:cxn ang="0">
                <a:pos x="68" y="64"/>
              </a:cxn>
              <a:cxn ang="0">
                <a:pos x="0" y="64"/>
              </a:cxn>
              <a:cxn ang="0">
                <a:pos x="0" y="60"/>
              </a:cxn>
              <a:cxn ang="0">
                <a:pos x="2" y="57"/>
              </a:cxn>
              <a:cxn ang="0">
                <a:pos x="66" y="57"/>
              </a:cxn>
              <a:cxn ang="0">
                <a:pos x="68" y="60"/>
              </a:cxn>
              <a:cxn ang="0">
                <a:pos x="18" y="23"/>
              </a:cxn>
              <a:cxn ang="0">
                <a:pos x="18" y="50"/>
              </a:cxn>
              <a:cxn ang="0">
                <a:pos x="23" y="50"/>
              </a:cxn>
              <a:cxn ang="0">
                <a:pos x="23" y="23"/>
              </a:cxn>
              <a:cxn ang="0">
                <a:pos x="32" y="23"/>
              </a:cxn>
              <a:cxn ang="0">
                <a:pos x="32" y="50"/>
              </a:cxn>
              <a:cxn ang="0">
                <a:pos x="36" y="50"/>
              </a:cxn>
              <a:cxn ang="0">
                <a:pos x="36" y="23"/>
              </a:cxn>
              <a:cxn ang="0">
                <a:pos x="45" y="23"/>
              </a:cxn>
              <a:cxn ang="0">
                <a:pos x="45" y="50"/>
              </a:cxn>
              <a:cxn ang="0">
                <a:pos x="50" y="50"/>
              </a:cxn>
              <a:cxn ang="0">
                <a:pos x="50" y="23"/>
              </a:cxn>
              <a:cxn ang="0">
                <a:pos x="59" y="23"/>
              </a:cxn>
              <a:cxn ang="0">
                <a:pos x="59" y="50"/>
              </a:cxn>
              <a:cxn ang="0">
                <a:pos x="61" y="50"/>
              </a:cxn>
              <a:cxn ang="0">
                <a:pos x="64" y="53"/>
              </a:cxn>
              <a:cxn ang="0">
                <a:pos x="64" y="55"/>
              </a:cxn>
              <a:cxn ang="0">
                <a:pos x="4" y="55"/>
              </a:cxn>
              <a:cxn ang="0">
                <a:pos x="4" y="53"/>
              </a:cxn>
              <a:cxn ang="0">
                <a:pos x="7" y="50"/>
              </a:cxn>
              <a:cxn ang="0">
                <a:pos x="9" y="50"/>
              </a:cxn>
              <a:cxn ang="0">
                <a:pos x="9" y="23"/>
              </a:cxn>
              <a:cxn ang="0">
                <a:pos x="18" y="23"/>
              </a:cxn>
            </a:cxnLst>
            <a:rect l="0" t="0" r="r" b="b"/>
            <a:pathLst>
              <a:path w="68" h="64" fill="norm" stroke="1" extrusionOk="0">
                <a:moveTo>
                  <a:pt x="68" y="14"/>
                </a:moveTo>
                <a:cubicBezTo>
                  <a:pt x="68" y="18"/>
                  <a:pt x="68" y="18"/>
                  <a:pt x="68" y="18"/>
                </a:cubicBezTo>
                <a:cubicBezTo>
                  <a:pt x="64" y="18"/>
                  <a:pt x="64" y="18"/>
                  <a:pt x="64" y="18"/>
                </a:cubicBezTo>
                <a:cubicBezTo>
                  <a:pt x="64" y="20"/>
                  <a:pt x="63" y="21"/>
                  <a:pt x="61" y="21"/>
                </a:cubicBezTo>
                <a:cubicBezTo>
                  <a:pt x="7" y="21"/>
                  <a:pt x="7" y="21"/>
                  <a:pt x="7" y="21"/>
                </a:cubicBezTo>
                <a:cubicBezTo>
                  <a:pt x="5" y="21"/>
                  <a:pt x="4" y="20"/>
                  <a:pt x="4" y="18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14"/>
                  <a:pt x="0" y="14"/>
                  <a:pt x="0" y="14"/>
                </a:cubicBezTo>
                <a:cubicBezTo>
                  <a:pt x="34" y="0"/>
                  <a:pt x="34" y="0"/>
                  <a:pt x="34" y="0"/>
                </a:cubicBezTo>
                <a:lnTo>
                  <a:pt x="68" y="14"/>
                </a:lnTo>
                <a:close/>
                <a:moveTo>
                  <a:pt x="68" y="60"/>
                </a:moveTo>
                <a:cubicBezTo>
                  <a:pt x="68" y="64"/>
                  <a:pt x="68" y="64"/>
                  <a:pt x="68" y="64"/>
                </a:cubicBezTo>
                <a:cubicBezTo>
                  <a:pt x="0" y="64"/>
                  <a:pt x="0" y="64"/>
                  <a:pt x="0" y="64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58"/>
                  <a:pt x="1" y="57"/>
                  <a:pt x="2" y="57"/>
                </a:cubicBezTo>
                <a:cubicBezTo>
                  <a:pt x="66" y="57"/>
                  <a:pt x="66" y="57"/>
                  <a:pt x="66" y="57"/>
                </a:cubicBezTo>
                <a:cubicBezTo>
                  <a:pt x="67" y="57"/>
                  <a:pt x="68" y="58"/>
                  <a:pt x="68" y="60"/>
                </a:cubicBezTo>
                <a:close/>
                <a:moveTo>
                  <a:pt x="18" y="23"/>
                </a:moveTo>
                <a:cubicBezTo>
                  <a:pt x="18" y="50"/>
                  <a:pt x="18" y="50"/>
                  <a:pt x="18" y="50"/>
                </a:cubicBezTo>
                <a:cubicBezTo>
                  <a:pt x="23" y="50"/>
                  <a:pt x="23" y="50"/>
                  <a:pt x="23" y="50"/>
                </a:cubicBezTo>
                <a:cubicBezTo>
                  <a:pt x="23" y="23"/>
                  <a:pt x="23" y="23"/>
                  <a:pt x="23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50"/>
                  <a:pt x="32" y="50"/>
                  <a:pt x="32" y="50"/>
                </a:cubicBezTo>
                <a:cubicBezTo>
                  <a:pt x="36" y="50"/>
                  <a:pt x="36" y="50"/>
                  <a:pt x="36" y="50"/>
                </a:cubicBezTo>
                <a:cubicBezTo>
                  <a:pt x="36" y="23"/>
                  <a:pt x="36" y="23"/>
                  <a:pt x="36" y="2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50"/>
                  <a:pt x="45" y="50"/>
                  <a:pt x="45" y="50"/>
                </a:cubicBezTo>
                <a:cubicBezTo>
                  <a:pt x="50" y="50"/>
                  <a:pt x="50" y="50"/>
                  <a:pt x="50" y="50"/>
                </a:cubicBezTo>
                <a:cubicBezTo>
                  <a:pt x="50" y="23"/>
                  <a:pt x="50" y="23"/>
                  <a:pt x="50" y="23"/>
                </a:cubicBezTo>
                <a:cubicBezTo>
                  <a:pt x="59" y="23"/>
                  <a:pt x="59" y="23"/>
                  <a:pt x="59" y="23"/>
                </a:cubicBezTo>
                <a:cubicBezTo>
                  <a:pt x="59" y="50"/>
                  <a:pt x="59" y="50"/>
                  <a:pt x="59" y="50"/>
                </a:cubicBezTo>
                <a:cubicBezTo>
                  <a:pt x="61" y="50"/>
                  <a:pt x="61" y="50"/>
                  <a:pt x="61" y="50"/>
                </a:cubicBezTo>
                <a:cubicBezTo>
                  <a:pt x="63" y="50"/>
                  <a:pt x="64" y="51"/>
                  <a:pt x="64" y="53"/>
                </a:cubicBezTo>
                <a:cubicBezTo>
                  <a:pt x="64" y="55"/>
                  <a:pt x="64" y="55"/>
                  <a:pt x="64" y="55"/>
                </a:cubicBezTo>
                <a:cubicBezTo>
                  <a:pt x="4" y="55"/>
                  <a:pt x="4" y="55"/>
                  <a:pt x="4" y="55"/>
                </a:cubicBezTo>
                <a:cubicBezTo>
                  <a:pt x="4" y="53"/>
                  <a:pt x="4" y="53"/>
                  <a:pt x="4" y="53"/>
                </a:cubicBezTo>
                <a:cubicBezTo>
                  <a:pt x="4" y="51"/>
                  <a:pt x="5" y="50"/>
                  <a:pt x="7" y="50"/>
                </a:cubicBezTo>
                <a:cubicBezTo>
                  <a:pt x="9" y="50"/>
                  <a:pt x="9" y="50"/>
                  <a:pt x="9" y="50"/>
                </a:cubicBezTo>
                <a:cubicBezTo>
                  <a:pt x="9" y="23"/>
                  <a:pt x="9" y="23"/>
                  <a:pt x="9" y="23"/>
                </a:cubicBezTo>
                <a:lnTo>
                  <a:pt x="18" y="23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9525" tIns="49764" rIns="99525" bIns="49764" numCol="1" anchor="t" anchorCtr="0" compatLnSpc="1"/>
          <a:lstStyle/>
          <a:p>
            <a:pPr>
              <a:lnSpc>
                <a:spcPct val="120000"/>
              </a:lnSpc>
              <a:defRPr/>
            </a:pPr>
            <a:endParaRPr lang="en-US" sz="1400">
              <a:latin typeface="Arial"/>
              <a:ea typeface="微软雅黑"/>
            </a:endParaRPr>
          </a:p>
        </p:txBody>
      </p:sp>
      <p:sp>
        <p:nvSpPr>
          <p:cNvPr id="846347829" name="Freeform 57"/>
          <p:cNvSpPr>
            <a:spLocks noEditPoints="1"/>
          </p:cNvSpPr>
          <p:nvPr/>
        </p:nvSpPr>
        <p:spPr bwMode="auto">
          <a:xfrm>
            <a:off x="7378801" y="4719467"/>
            <a:ext cx="290038" cy="257127"/>
          </a:xfrm>
          <a:custGeom>
            <a:avLst/>
            <a:gdLst/>
            <a:ahLst/>
            <a:cxnLst>
              <a:cxn ang="0">
                <a:pos x="7" y="9"/>
              </a:cxn>
              <a:cxn ang="0">
                <a:pos x="7" y="57"/>
              </a:cxn>
              <a:cxn ang="0">
                <a:pos x="6" y="58"/>
              </a:cxn>
              <a:cxn ang="0">
                <a:pos x="4" y="58"/>
              </a:cxn>
              <a:cxn ang="0">
                <a:pos x="2" y="57"/>
              </a:cxn>
              <a:cxn ang="0">
                <a:pos x="2" y="9"/>
              </a:cxn>
              <a:cxn ang="0">
                <a:pos x="0" y="4"/>
              </a:cxn>
              <a:cxn ang="0">
                <a:pos x="5" y="0"/>
              </a:cxn>
              <a:cxn ang="0">
                <a:pos x="10" y="4"/>
              </a:cxn>
              <a:cxn ang="0">
                <a:pos x="7" y="9"/>
              </a:cxn>
              <a:cxn ang="0">
                <a:pos x="65" y="36"/>
              </a:cxn>
              <a:cxn ang="0">
                <a:pos x="63" y="38"/>
              </a:cxn>
              <a:cxn ang="0">
                <a:pos x="49" y="43"/>
              </a:cxn>
              <a:cxn ang="0">
                <a:pos x="31" y="37"/>
              </a:cxn>
              <a:cxn ang="0">
                <a:pos x="13" y="43"/>
              </a:cxn>
              <a:cxn ang="0">
                <a:pos x="12" y="43"/>
              </a:cxn>
              <a:cxn ang="0">
                <a:pos x="10" y="41"/>
              </a:cxn>
              <a:cxn ang="0">
                <a:pos x="10" y="13"/>
              </a:cxn>
              <a:cxn ang="0">
                <a:pos x="11" y="11"/>
              </a:cxn>
              <a:cxn ang="0">
                <a:pos x="14" y="9"/>
              </a:cxn>
              <a:cxn ang="0">
                <a:pos x="30" y="4"/>
              </a:cxn>
              <a:cxn ang="0">
                <a:pos x="46" y="9"/>
              </a:cxn>
              <a:cxn ang="0">
                <a:pos x="49" y="10"/>
              </a:cxn>
              <a:cxn ang="0">
                <a:pos x="63" y="4"/>
              </a:cxn>
              <a:cxn ang="0">
                <a:pos x="65" y="7"/>
              </a:cxn>
              <a:cxn ang="0">
                <a:pos x="65" y="36"/>
              </a:cxn>
            </a:cxnLst>
            <a:rect l="0" t="0" r="r" b="b"/>
            <a:pathLst>
              <a:path w="65" h="58" fill="norm" stroke="1" extrusionOk="0">
                <a:moveTo>
                  <a:pt x="7" y="9"/>
                </a:moveTo>
                <a:cubicBezTo>
                  <a:pt x="7" y="57"/>
                  <a:pt x="7" y="57"/>
                  <a:pt x="7" y="57"/>
                </a:cubicBezTo>
                <a:cubicBezTo>
                  <a:pt x="7" y="57"/>
                  <a:pt x="7" y="58"/>
                  <a:pt x="6" y="58"/>
                </a:cubicBezTo>
                <a:cubicBezTo>
                  <a:pt x="4" y="58"/>
                  <a:pt x="4" y="58"/>
                  <a:pt x="4" y="58"/>
                </a:cubicBezTo>
                <a:cubicBezTo>
                  <a:pt x="3" y="58"/>
                  <a:pt x="2" y="57"/>
                  <a:pt x="2" y="57"/>
                </a:cubicBezTo>
                <a:cubicBezTo>
                  <a:pt x="2" y="9"/>
                  <a:pt x="2" y="9"/>
                  <a:pt x="2" y="9"/>
                </a:cubicBezTo>
                <a:cubicBezTo>
                  <a:pt x="1" y="8"/>
                  <a:pt x="0" y="6"/>
                  <a:pt x="0" y="4"/>
                </a:cubicBezTo>
                <a:cubicBezTo>
                  <a:pt x="0" y="2"/>
                  <a:pt x="2" y="0"/>
                  <a:pt x="5" y="0"/>
                </a:cubicBezTo>
                <a:cubicBezTo>
                  <a:pt x="7" y="0"/>
                  <a:pt x="10" y="2"/>
                  <a:pt x="10" y="4"/>
                </a:cubicBezTo>
                <a:cubicBezTo>
                  <a:pt x="10" y="6"/>
                  <a:pt x="9" y="8"/>
                  <a:pt x="7" y="9"/>
                </a:cubicBezTo>
                <a:close/>
                <a:moveTo>
                  <a:pt x="65" y="36"/>
                </a:moveTo>
                <a:cubicBezTo>
                  <a:pt x="65" y="37"/>
                  <a:pt x="65" y="38"/>
                  <a:pt x="63" y="38"/>
                </a:cubicBezTo>
                <a:cubicBezTo>
                  <a:pt x="59" y="41"/>
                  <a:pt x="54" y="43"/>
                  <a:pt x="49" y="43"/>
                </a:cubicBezTo>
                <a:cubicBezTo>
                  <a:pt x="43" y="43"/>
                  <a:pt x="39" y="37"/>
                  <a:pt x="31" y="37"/>
                </a:cubicBezTo>
                <a:cubicBezTo>
                  <a:pt x="25" y="37"/>
                  <a:pt x="19" y="40"/>
                  <a:pt x="13" y="43"/>
                </a:cubicBezTo>
                <a:cubicBezTo>
                  <a:pt x="13" y="43"/>
                  <a:pt x="12" y="43"/>
                  <a:pt x="12" y="43"/>
                </a:cubicBezTo>
                <a:cubicBezTo>
                  <a:pt x="11" y="43"/>
                  <a:pt x="10" y="42"/>
                  <a:pt x="10" y="41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2"/>
                  <a:pt x="10" y="11"/>
                  <a:pt x="11" y="11"/>
                </a:cubicBezTo>
                <a:cubicBezTo>
                  <a:pt x="12" y="10"/>
                  <a:pt x="13" y="9"/>
                  <a:pt x="14" y="9"/>
                </a:cubicBezTo>
                <a:cubicBezTo>
                  <a:pt x="19" y="7"/>
                  <a:pt x="24" y="4"/>
                  <a:pt x="30" y="4"/>
                </a:cubicBezTo>
                <a:cubicBezTo>
                  <a:pt x="36" y="4"/>
                  <a:pt x="40" y="6"/>
                  <a:pt x="46" y="9"/>
                </a:cubicBezTo>
                <a:cubicBezTo>
                  <a:pt x="47" y="9"/>
                  <a:pt x="48" y="10"/>
                  <a:pt x="49" y="10"/>
                </a:cubicBezTo>
                <a:cubicBezTo>
                  <a:pt x="55" y="10"/>
                  <a:pt x="61" y="4"/>
                  <a:pt x="63" y="4"/>
                </a:cubicBezTo>
                <a:cubicBezTo>
                  <a:pt x="64" y="4"/>
                  <a:pt x="65" y="6"/>
                  <a:pt x="65" y="7"/>
                </a:cubicBezTo>
                <a:lnTo>
                  <a:pt x="65" y="3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9525" tIns="49764" rIns="99525" bIns="49764" numCol="1" anchor="t" anchorCtr="0" compatLnSpc="1"/>
          <a:lstStyle/>
          <a:p>
            <a:pPr>
              <a:lnSpc>
                <a:spcPct val="120000"/>
              </a:lnSpc>
              <a:defRPr/>
            </a:pPr>
            <a:endParaRPr lang="en-US" sz="1400">
              <a:latin typeface="Arial"/>
              <a:ea typeface="微软雅黑"/>
            </a:endParaRPr>
          </a:p>
        </p:txBody>
      </p:sp>
      <p:sp>
        <p:nvSpPr>
          <p:cNvPr id="390232401" name="Freeform 83"/>
          <p:cNvSpPr>
            <a:spLocks noEditPoints="1"/>
          </p:cNvSpPr>
          <p:nvPr/>
        </p:nvSpPr>
        <p:spPr bwMode="auto">
          <a:xfrm>
            <a:off x="5985710" y="5158790"/>
            <a:ext cx="286388" cy="429578"/>
          </a:xfrm>
          <a:custGeom>
            <a:avLst/>
            <a:gdLst/>
            <a:ahLst/>
            <a:cxnLst>
              <a:cxn ang="0">
                <a:pos x="38" y="26"/>
              </a:cxn>
              <a:cxn ang="0">
                <a:pos x="24" y="55"/>
              </a:cxn>
              <a:cxn ang="0">
                <a:pos x="20" y="58"/>
              </a:cxn>
              <a:cxn ang="0">
                <a:pos x="16" y="55"/>
              </a:cxn>
              <a:cxn ang="0">
                <a:pos x="2" y="26"/>
              </a:cxn>
              <a:cxn ang="0">
                <a:pos x="0" y="19"/>
              </a:cxn>
              <a:cxn ang="0">
                <a:pos x="20" y="0"/>
              </a:cxn>
              <a:cxn ang="0">
                <a:pos x="39" y="19"/>
              </a:cxn>
              <a:cxn ang="0">
                <a:pos x="38" y="26"/>
              </a:cxn>
              <a:cxn ang="0">
                <a:pos x="20" y="9"/>
              </a:cxn>
              <a:cxn ang="0">
                <a:pos x="10" y="19"/>
              </a:cxn>
              <a:cxn ang="0">
                <a:pos x="20" y="29"/>
              </a:cxn>
              <a:cxn ang="0">
                <a:pos x="30" y="19"/>
              </a:cxn>
              <a:cxn ang="0">
                <a:pos x="20" y="9"/>
              </a:cxn>
            </a:cxnLst>
            <a:rect l="0" t="0" r="r" b="b"/>
            <a:pathLst>
              <a:path w="39" h="58" fill="norm" stroke="1" extrusionOk="0">
                <a:moveTo>
                  <a:pt x="38" y="26"/>
                </a:moveTo>
                <a:cubicBezTo>
                  <a:pt x="24" y="55"/>
                  <a:pt x="24" y="55"/>
                  <a:pt x="24" y="55"/>
                </a:cubicBezTo>
                <a:cubicBezTo>
                  <a:pt x="23" y="57"/>
                  <a:pt x="22" y="58"/>
                  <a:pt x="20" y="58"/>
                </a:cubicBezTo>
                <a:cubicBezTo>
                  <a:pt x="18" y="58"/>
                  <a:pt x="16" y="57"/>
                  <a:pt x="16" y="55"/>
                </a:cubicBezTo>
                <a:cubicBezTo>
                  <a:pt x="2" y="26"/>
                  <a:pt x="2" y="26"/>
                  <a:pt x="2" y="26"/>
                </a:cubicBezTo>
                <a:cubicBezTo>
                  <a:pt x="1" y="24"/>
                  <a:pt x="0" y="21"/>
                  <a:pt x="0" y="19"/>
                </a:cubicBezTo>
                <a:cubicBezTo>
                  <a:pt x="0" y="8"/>
                  <a:pt x="9" y="0"/>
                  <a:pt x="20" y="0"/>
                </a:cubicBezTo>
                <a:cubicBezTo>
                  <a:pt x="31" y="0"/>
                  <a:pt x="39" y="8"/>
                  <a:pt x="39" y="19"/>
                </a:cubicBezTo>
                <a:cubicBezTo>
                  <a:pt x="39" y="21"/>
                  <a:pt x="39" y="24"/>
                  <a:pt x="38" y="26"/>
                </a:cubicBezTo>
                <a:close/>
                <a:moveTo>
                  <a:pt x="20" y="9"/>
                </a:moveTo>
                <a:cubicBezTo>
                  <a:pt x="15" y="9"/>
                  <a:pt x="10" y="14"/>
                  <a:pt x="10" y="19"/>
                </a:cubicBezTo>
                <a:cubicBezTo>
                  <a:pt x="10" y="24"/>
                  <a:pt x="15" y="29"/>
                  <a:pt x="20" y="29"/>
                </a:cubicBezTo>
                <a:cubicBezTo>
                  <a:pt x="25" y="29"/>
                  <a:pt x="30" y="24"/>
                  <a:pt x="30" y="19"/>
                </a:cubicBezTo>
                <a:cubicBezTo>
                  <a:pt x="30" y="14"/>
                  <a:pt x="25" y="9"/>
                  <a:pt x="20" y="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9525" tIns="49764" rIns="99525" bIns="49764" numCol="1" anchor="t" anchorCtr="0" compatLnSpc="1"/>
          <a:lstStyle/>
          <a:p>
            <a:pPr>
              <a:lnSpc>
                <a:spcPct val="120000"/>
              </a:lnSpc>
              <a:defRPr/>
            </a:pPr>
            <a:endParaRPr lang="en-US" sz="1400">
              <a:latin typeface="Arial"/>
              <a:ea typeface="微软雅黑"/>
            </a:endParaRPr>
          </a:p>
        </p:txBody>
      </p:sp>
      <p:sp>
        <p:nvSpPr>
          <p:cNvPr id="999853271" name="Freeform 40"/>
          <p:cNvSpPr>
            <a:spLocks noEditPoints="1"/>
          </p:cNvSpPr>
          <p:nvPr/>
        </p:nvSpPr>
        <p:spPr bwMode="auto">
          <a:xfrm>
            <a:off x="4819775" y="4158954"/>
            <a:ext cx="405485" cy="408468"/>
          </a:xfrm>
          <a:custGeom>
            <a:avLst/>
            <a:gdLst/>
            <a:ahLst/>
            <a:cxnLst>
              <a:cxn ang="0">
                <a:pos x="63" y="43"/>
              </a:cxn>
              <a:cxn ang="0">
                <a:pos x="60" y="48"/>
              </a:cxn>
              <a:cxn ang="0">
                <a:pos x="34" y="62"/>
              </a:cxn>
              <a:cxn ang="0">
                <a:pos x="31" y="63"/>
              </a:cxn>
              <a:cxn ang="0">
                <a:pos x="29" y="62"/>
              </a:cxn>
              <a:cxn ang="0">
                <a:pos x="2" y="48"/>
              </a:cxn>
              <a:cxn ang="0">
                <a:pos x="0" y="43"/>
              </a:cxn>
              <a:cxn ang="0">
                <a:pos x="0" y="14"/>
              </a:cxn>
              <a:cxn ang="0">
                <a:pos x="3" y="10"/>
              </a:cxn>
              <a:cxn ang="0">
                <a:pos x="30" y="0"/>
              </a:cxn>
              <a:cxn ang="0">
                <a:pos x="31" y="0"/>
              </a:cxn>
              <a:cxn ang="0">
                <a:pos x="33" y="0"/>
              </a:cxn>
              <a:cxn ang="0">
                <a:pos x="60" y="10"/>
              </a:cxn>
              <a:cxn ang="0">
                <a:pos x="63" y="14"/>
              </a:cxn>
              <a:cxn ang="0">
                <a:pos x="63" y="43"/>
              </a:cxn>
              <a:cxn ang="0">
                <a:pos x="58" y="14"/>
              </a:cxn>
              <a:cxn ang="0">
                <a:pos x="31" y="4"/>
              </a:cxn>
              <a:cxn ang="0">
                <a:pos x="5" y="14"/>
              </a:cxn>
              <a:cxn ang="0">
                <a:pos x="31" y="24"/>
              </a:cxn>
              <a:cxn ang="0">
                <a:pos x="58" y="14"/>
              </a:cxn>
              <a:cxn ang="0">
                <a:pos x="58" y="43"/>
              </a:cxn>
              <a:cxn ang="0">
                <a:pos x="58" y="19"/>
              </a:cxn>
              <a:cxn ang="0">
                <a:pos x="34" y="28"/>
              </a:cxn>
              <a:cxn ang="0">
                <a:pos x="34" y="57"/>
              </a:cxn>
              <a:cxn ang="0">
                <a:pos x="58" y="43"/>
              </a:cxn>
            </a:cxnLst>
            <a:rect l="0" t="0" r="r" b="b"/>
            <a:pathLst>
              <a:path w="63" h="63" fill="norm" stroke="1" extrusionOk="0">
                <a:moveTo>
                  <a:pt x="63" y="43"/>
                </a:moveTo>
                <a:cubicBezTo>
                  <a:pt x="63" y="45"/>
                  <a:pt x="62" y="47"/>
                  <a:pt x="60" y="48"/>
                </a:cubicBezTo>
                <a:cubicBezTo>
                  <a:pt x="34" y="62"/>
                  <a:pt x="34" y="62"/>
                  <a:pt x="34" y="62"/>
                </a:cubicBezTo>
                <a:cubicBezTo>
                  <a:pt x="33" y="63"/>
                  <a:pt x="32" y="63"/>
                  <a:pt x="31" y="63"/>
                </a:cubicBezTo>
                <a:cubicBezTo>
                  <a:pt x="31" y="63"/>
                  <a:pt x="30" y="63"/>
                  <a:pt x="29" y="62"/>
                </a:cubicBezTo>
                <a:cubicBezTo>
                  <a:pt x="2" y="48"/>
                  <a:pt x="2" y="48"/>
                  <a:pt x="2" y="48"/>
                </a:cubicBezTo>
                <a:cubicBezTo>
                  <a:pt x="1" y="47"/>
                  <a:pt x="0" y="45"/>
                  <a:pt x="0" y="43"/>
                </a:cubicBezTo>
                <a:cubicBezTo>
                  <a:pt x="0" y="14"/>
                  <a:pt x="0" y="14"/>
                  <a:pt x="0" y="14"/>
                </a:cubicBezTo>
                <a:cubicBezTo>
                  <a:pt x="0" y="12"/>
                  <a:pt x="1" y="10"/>
                  <a:pt x="3" y="10"/>
                </a:cubicBezTo>
                <a:cubicBezTo>
                  <a:pt x="30" y="0"/>
                  <a:pt x="30" y="0"/>
                  <a:pt x="30" y="0"/>
                </a:cubicBezTo>
                <a:cubicBezTo>
                  <a:pt x="30" y="0"/>
                  <a:pt x="31" y="0"/>
                  <a:pt x="31" y="0"/>
                </a:cubicBezTo>
                <a:cubicBezTo>
                  <a:pt x="32" y="0"/>
                  <a:pt x="32" y="0"/>
                  <a:pt x="33" y="0"/>
                </a:cubicBezTo>
                <a:cubicBezTo>
                  <a:pt x="60" y="10"/>
                  <a:pt x="60" y="10"/>
                  <a:pt x="60" y="10"/>
                </a:cubicBezTo>
                <a:cubicBezTo>
                  <a:pt x="62" y="10"/>
                  <a:pt x="63" y="12"/>
                  <a:pt x="63" y="14"/>
                </a:cubicBezTo>
                <a:lnTo>
                  <a:pt x="63" y="43"/>
                </a:lnTo>
                <a:close/>
                <a:moveTo>
                  <a:pt x="58" y="14"/>
                </a:moveTo>
                <a:cubicBezTo>
                  <a:pt x="31" y="4"/>
                  <a:pt x="31" y="4"/>
                  <a:pt x="31" y="4"/>
                </a:cubicBezTo>
                <a:cubicBezTo>
                  <a:pt x="5" y="14"/>
                  <a:pt x="5" y="14"/>
                  <a:pt x="5" y="14"/>
                </a:cubicBezTo>
                <a:cubicBezTo>
                  <a:pt x="31" y="24"/>
                  <a:pt x="31" y="24"/>
                  <a:pt x="31" y="24"/>
                </a:cubicBezTo>
                <a:lnTo>
                  <a:pt x="58" y="14"/>
                </a:lnTo>
                <a:close/>
                <a:moveTo>
                  <a:pt x="58" y="43"/>
                </a:moveTo>
                <a:cubicBezTo>
                  <a:pt x="58" y="19"/>
                  <a:pt x="58" y="19"/>
                  <a:pt x="58" y="19"/>
                </a:cubicBezTo>
                <a:cubicBezTo>
                  <a:pt x="34" y="28"/>
                  <a:pt x="34" y="28"/>
                  <a:pt x="34" y="28"/>
                </a:cubicBezTo>
                <a:cubicBezTo>
                  <a:pt x="34" y="57"/>
                  <a:pt x="34" y="57"/>
                  <a:pt x="34" y="57"/>
                </a:cubicBezTo>
                <a:lnTo>
                  <a:pt x="58" y="43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9525" tIns="49764" rIns="99525" bIns="49764" numCol="1" anchor="t" anchorCtr="0" compatLnSpc="1"/>
          <a:lstStyle/>
          <a:p>
            <a:pPr>
              <a:lnSpc>
                <a:spcPct val="120000"/>
              </a:lnSpc>
              <a:defRPr/>
            </a:pPr>
            <a:endParaRPr lang="en-US" sz="1400">
              <a:latin typeface="Arial"/>
              <a:ea typeface="微软雅黑"/>
            </a:endParaRPr>
          </a:p>
        </p:txBody>
      </p:sp>
      <p:grpSp>
        <p:nvGrpSpPr>
          <p:cNvPr id="741532064" name="Group 22"/>
          <p:cNvGrpSpPr/>
          <p:nvPr/>
        </p:nvGrpSpPr>
        <p:grpSpPr bwMode="auto">
          <a:xfrm>
            <a:off x="1892871" y="3993548"/>
            <a:ext cx="2418755" cy="731755"/>
            <a:chOff x="844734" y="1912932"/>
            <a:chExt cx="2287091" cy="672299"/>
          </a:xfrm>
        </p:grpSpPr>
        <p:sp>
          <p:nvSpPr>
            <p:cNvPr id="71" name="Footer Text"/>
            <p:cNvSpPr txBox="1"/>
            <p:nvPr/>
          </p:nvSpPr>
          <p:spPr bwMode="auto">
            <a:xfrm>
              <a:off x="844734" y="2190533"/>
              <a:ext cx="2287091" cy="39469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</a:rPr>
                <a:t>Please replace text, click add relevant headline, modify the text content, also can copy your content to this directly.</a:t>
              </a:r>
              <a:endPara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endParaRPr>
            </a:p>
          </p:txBody>
        </p:sp>
        <p:sp>
          <p:nvSpPr>
            <p:cNvPr id="72" name="TextBox 71"/>
            <p:cNvSpPr txBox="1"/>
            <p:nvPr/>
          </p:nvSpPr>
          <p:spPr bwMode="auto">
            <a:xfrm>
              <a:off x="1646435" y="1912932"/>
              <a:ext cx="1485390" cy="23752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zh-CN" sz="14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</a:rPr>
                <a:t>请替换文字内容</a:t>
              </a:r>
              <a:endPara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endParaRPr>
            </a:p>
          </p:txBody>
        </p:sp>
      </p:grpSp>
      <p:grpSp>
        <p:nvGrpSpPr>
          <p:cNvPr id="736686996" name="Group 25"/>
          <p:cNvGrpSpPr/>
          <p:nvPr/>
        </p:nvGrpSpPr>
        <p:grpSpPr bwMode="auto">
          <a:xfrm>
            <a:off x="2932004" y="5010336"/>
            <a:ext cx="2418755" cy="849462"/>
            <a:chOff x="844734" y="1912932"/>
            <a:chExt cx="2287091" cy="780443"/>
          </a:xfrm>
        </p:grpSpPr>
        <p:sp>
          <p:nvSpPr>
            <p:cNvPr id="74" name="Footer Text"/>
            <p:cNvSpPr txBox="1"/>
            <p:nvPr/>
          </p:nvSpPr>
          <p:spPr bwMode="auto">
            <a:xfrm>
              <a:off x="844734" y="2150459"/>
              <a:ext cx="2287091" cy="54291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</a:rPr>
                <a:t>Please replace text, click add relevant headline, modify the text content, also can copy your content to this directly.</a:t>
              </a:r>
              <a:r>
                <a:rPr lang="zh-CN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</a:rPr>
                <a:t>，</a:t>
              </a:r>
              <a:r>
                <a:rPr lang="zh-CN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</a:rPr>
                <a:t>修改文字内容，也可以直接复制你的内容到</a:t>
              </a:r>
              <a:r>
                <a:rPr lang="zh-CN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</a:rPr>
                <a:t>此</a:t>
              </a:r>
              <a:endPara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endParaRPr>
            </a:p>
          </p:txBody>
        </p:sp>
        <p:sp>
          <p:nvSpPr>
            <p:cNvPr id="75" name="TextBox 74"/>
            <p:cNvSpPr txBox="1"/>
            <p:nvPr/>
          </p:nvSpPr>
          <p:spPr bwMode="auto">
            <a:xfrm>
              <a:off x="1646435" y="1912932"/>
              <a:ext cx="1485390" cy="23752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zh-CN" sz="14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</a:rPr>
                <a:t>请替换文字内容</a:t>
              </a:r>
              <a:endPara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endParaRPr>
            </a:p>
          </p:txBody>
        </p:sp>
      </p:grpSp>
      <p:grpSp>
        <p:nvGrpSpPr>
          <p:cNvPr id="1306416631" name="Group 32"/>
          <p:cNvGrpSpPr/>
          <p:nvPr/>
        </p:nvGrpSpPr>
        <p:grpSpPr bwMode="auto">
          <a:xfrm>
            <a:off x="7697736" y="2070324"/>
            <a:ext cx="2437956" cy="727167"/>
            <a:chOff x="844734" y="1912932"/>
            <a:chExt cx="2287091" cy="668084"/>
          </a:xfrm>
        </p:grpSpPr>
        <p:sp>
          <p:nvSpPr>
            <p:cNvPr id="81" name="Footer Text"/>
            <p:cNvSpPr txBox="1"/>
            <p:nvPr/>
          </p:nvSpPr>
          <p:spPr bwMode="auto">
            <a:xfrm>
              <a:off x="844734" y="2186318"/>
              <a:ext cx="2287091" cy="39469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en-US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</a:rPr>
                <a:t>Please replace text, click add relevant headline, modify the text content, also can copy your content to this directly.</a:t>
              </a:r>
              <a:endPara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endParaRPr>
            </a:p>
          </p:txBody>
        </p:sp>
        <p:sp>
          <p:nvSpPr>
            <p:cNvPr id="84" name="TextBox 83"/>
            <p:cNvSpPr txBox="1"/>
            <p:nvPr/>
          </p:nvSpPr>
          <p:spPr bwMode="auto">
            <a:xfrm>
              <a:off x="844734" y="1912932"/>
              <a:ext cx="1485389" cy="23752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sz="14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</a:rPr>
                <a:t>请替换文字内容</a:t>
              </a:r>
              <a:endPara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endParaRPr>
            </a:p>
          </p:txBody>
        </p:sp>
      </p:grpSp>
      <p:grpSp>
        <p:nvGrpSpPr>
          <p:cNvPr id="283166036" name="Group 35"/>
          <p:cNvGrpSpPr/>
          <p:nvPr/>
        </p:nvGrpSpPr>
        <p:grpSpPr bwMode="auto">
          <a:xfrm>
            <a:off x="8772766" y="3065592"/>
            <a:ext cx="2437956" cy="725939"/>
            <a:chOff x="844734" y="1912932"/>
            <a:chExt cx="2287091" cy="666956"/>
          </a:xfrm>
        </p:grpSpPr>
        <p:sp>
          <p:nvSpPr>
            <p:cNvPr id="86" name="Footer Text"/>
            <p:cNvSpPr txBox="1"/>
            <p:nvPr/>
          </p:nvSpPr>
          <p:spPr bwMode="auto">
            <a:xfrm>
              <a:off x="844734" y="2185190"/>
              <a:ext cx="2287091" cy="39469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en-US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</a:rPr>
                <a:t>Please replace text, click add relevant headline, modify the text content, also can copy your content to this directly.</a:t>
              </a:r>
              <a:endPara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endParaRPr>
            </a:p>
          </p:txBody>
        </p:sp>
        <p:sp>
          <p:nvSpPr>
            <p:cNvPr id="87" name="TextBox 86"/>
            <p:cNvSpPr txBox="1"/>
            <p:nvPr/>
          </p:nvSpPr>
          <p:spPr bwMode="auto">
            <a:xfrm>
              <a:off x="844734" y="1912932"/>
              <a:ext cx="1485389" cy="23752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sz="14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</a:rPr>
                <a:t>请替换文字内容</a:t>
              </a:r>
              <a:endPara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endParaRPr>
            </a:p>
          </p:txBody>
        </p:sp>
      </p:grpSp>
      <p:grpSp>
        <p:nvGrpSpPr>
          <p:cNvPr id="1685781172" name="Group 22"/>
          <p:cNvGrpSpPr/>
          <p:nvPr/>
        </p:nvGrpSpPr>
        <p:grpSpPr bwMode="auto">
          <a:xfrm>
            <a:off x="2235445" y="2584644"/>
            <a:ext cx="2418755" cy="708575"/>
            <a:chOff x="844734" y="1912932"/>
            <a:chExt cx="2287091" cy="651003"/>
          </a:xfrm>
        </p:grpSpPr>
        <p:sp>
          <p:nvSpPr>
            <p:cNvPr id="89" name="Footer Text"/>
            <p:cNvSpPr txBox="1"/>
            <p:nvPr/>
          </p:nvSpPr>
          <p:spPr bwMode="auto">
            <a:xfrm>
              <a:off x="844734" y="2169237"/>
              <a:ext cx="2287091" cy="39469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en-US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</a:rPr>
                <a:t>Please replace text, click add relevant headline, modify the text content, also can copy your content to this directly.</a:t>
              </a:r>
              <a:endPara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endParaRPr>
            </a:p>
          </p:txBody>
        </p:sp>
        <p:sp>
          <p:nvSpPr>
            <p:cNvPr id="90" name="TextBox 89"/>
            <p:cNvSpPr txBox="1"/>
            <p:nvPr/>
          </p:nvSpPr>
          <p:spPr bwMode="auto">
            <a:xfrm>
              <a:off x="1646435" y="1912932"/>
              <a:ext cx="1485390" cy="23752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algn="r">
                <a:lnSpc>
                  <a:spcPct val="120000"/>
                </a:lnSpc>
                <a:defRPr/>
              </a:pPr>
              <a:r>
                <a:rPr lang="zh-CN" sz="14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</a:rPr>
                <a:t>请替换文字内容</a:t>
              </a:r>
              <a:endPara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endParaRPr>
            </a:p>
          </p:txBody>
        </p:sp>
      </p:grpSp>
      <p:grpSp>
        <p:nvGrpSpPr>
          <p:cNvPr id="51140113" name="Group 35"/>
          <p:cNvGrpSpPr/>
          <p:nvPr/>
        </p:nvGrpSpPr>
        <p:grpSpPr bwMode="auto">
          <a:xfrm>
            <a:off x="8495595" y="4428515"/>
            <a:ext cx="2437956" cy="675637"/>
            <a:chOff x="844734" y="1912932"/>
            <a:chExt cx="2287091" cy="620741"/>
          </a:xfrm>
        </p:grpSpPr>
        <p:sp>
          <p:nvSpPr>
            <p:cNvPr id="92" name="Footer Text"/>
            <p:cNvSpPr txBox="1"/>
            <p:nvPr/>
          </p:nvSpPr>
          <p:spPr bwMode="auto">
            <a:xfrm>
              <a:off x="844734" y="2138975"/>
              <a:ext cx="2287091" cy="39469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en-US" sz="8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</a:rPr>
                <a:t>Please replace text, click add relevant headline, modify the text content, also can copy your content to this directly.</a:t>
              </a:r>
              <a:endParaRPr lang="en-US" sz="8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endParaRPr>
            </a:p>
          </p:txBody>
        </p:sp>
        <p:sp>
          <p:nvSpPr>
            <p:cNvPr id="93" name="TextBox 92"/>
            <p:cNvSpPr txBox="1"/>
            <p:nvPr/>
          </p:nvSpPr>
          <p:spPr bwMode="auto">
            <a:xfrm>
              <a:off x="844734" y="1912932"/>
              <a:ext cx="1485389" cy="23752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sz="1400">
                  <a:solidFill>
                    <a:schemeClr val="bg1">
                      <a:lumMod val="65000"/>
                    </a:schemeClr>
                  </a:solidFill>
                  <a:latin typeface="Arial"/>
                  <a:ea typeface="微软雅黑"/>
                </a:rPr>
                <a:t>请替换文字内容</a:t>
              </a:r>
              <a:endPara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446906108" name="TextBox 8"/>
          <p:cNvSpPr txBox="1"/>
          <p:nvPr/>
        </p:nvSpPr>
        <p:spPr bwMode="auto"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en-US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2030</a:t>
            </a:r>
            <a:r>
              <a:rPr lang="zh-CN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年度</a:t>
            </a:r>
            <a:r>
              <a:rPr lang="zh-CN" sz="32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工作概述</a:t>
            </a:r>
            <a:endParaRPr lang="zh-CN" sz="4000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sp>
        <p:nvSpPr>
          <p:cNvPr id="2041957069" name="TextBox 8"/>
          <p:cNvSpPr txBox="1"/>
          <p:nvPr/>
        </p:nvSpPr>
        <p:spPr bwMode="auto">
          <a:xfrm>
            <a:off x="5025515" y="743527"/>
            <a:ext cx="2807720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defRPr/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2030 </a:t>
            </a: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Arial"/>
                <a:ea typeface="微软雅黑"/>
              </a:rPr>
              <a:t>ANNUAL WORK SUMMARY</a:t>
            </a:r>
            <a:endParaRPr lang="zh-CN">
              <a:solidFill>
                <a:schemeClr val="bg1">
                  <a:lumMod val="65000"/>
                </a:schemeClr>
              </a:solidFill>
              <a:latin typeface="Arial"/>
              <a:ea typeface="微软雅黑"/>
            </a:endParaRPr>
          </a:p>
        </p:txBody>
      </p:sp>
      <p:grpSp>
        <p:nvGrpSpPr>
          <p:cNvPr id="1406221011" name="组合 39"/>
          <p:cNvGrpSpPr/>
          <p:nvPr/>
        </p:nvGrpSpPr>
        <p:grpSpPr bwMode="auto"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41" name="直接连接符 40"/>
            <p:cNvCxnSpPr/>
            <p:nvPr/>
          </p:nvCxnSpPr>
          <p:spPr bwMode="auto"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 bwMode="auto"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664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66642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66642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46664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9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38892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38892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38892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0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157013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157013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15701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78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68578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71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477122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477122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7712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679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04679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04679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04679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3217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3217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32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41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0641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570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47570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447570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47570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5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634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396343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396343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39634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96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436965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36965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36965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16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8316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00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76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2767699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2767699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276769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50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608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2166087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2166087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216608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7000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34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8463478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8463478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4634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7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40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1140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80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955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9829559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9829559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982955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8500"/>
                            </p:stCondLst>
                            <p:childTnLst>
                              <p:par>
                                <p:cTn id="9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19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71419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71419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71419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9000"/>
                            </p:stCondLst>
                            <p:childTnLst>
                              <p:par>
                                <p:cTn id="10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3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902324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902324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90232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9500"/>
                            </p:stCondLst>
                            <p:childTnLst>
                              <p:par>
                                <p:cTn id="1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686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736686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0"/>
                            </p:stCondLst>
                            <p:childTnLst>
                              <p:par>
                                <p:cTn id="1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39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653997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653997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65399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500"/>
                            </p:stCondLst>
                            <p:childTnLst>
                              <p:par>
                                <p:cTn id="1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632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311632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311632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311632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1000"/>
                            </p:stCondLst>
                            <p:childTnLst>
                              <p:par>
                                <p:cTn id="1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85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9998532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9998532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999853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1500"/>
                            </p:stCondLst>
                            <p:childTnLst>
                              <p:par>
                                <p:cTn id="1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53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5" dur="500"/>
                                        <p:tgtEl>
                                          <p:spTgt spid="74153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419343" grpId="0" animBg="1"/>
      <p:bldP spid="1216608705" grpId="0" animBg="1"/>
      <p:bldP spid="1311632529" grpId="0" animBg="1"/>
      <p:bldP spid="1939634302" grpId="0" animBg="1"/>
      <p:bldP spid="804679358" grpId="0" animBg="1"/>
      <p:bldP spid="1638892146" grpId="0" animBg="1"/>
      <p:bldP spid="346664255" grpId="0" animBg="1"/>
      <p:bldP spid="1447570405" grpId="0" animBg="1"/>
      <p:bldP spid="347712278" grpId="0" animBg="1"/>
      <p:bldP spid="465399755" grpId="0" animBg="1"/>
      <p:bldP spid="1276769989" grpId="0" animBg="1"/>
      <p:bldP spid="982955951" grpId="0" animBg="1"/>
      <p:bldP spid="615701313" grpId="0" animBg="1"/>
      <p:bldP spid="53217423" grpId="0" animBg="1"/>
      <p:bldP spid="1436965144" grpId="0" animBg="1"/>
      <p:bldP spid="846347829" grpId="0" animBg="1"/>
      <p:bldP spid="390232401" grpId="0" animBg="1"/>
      <p:bldP spid="99985327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372386" name="图片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52" y="0"/>
            <a:ext cx="12858045" cy="7232650"/>
          </a:xfrm>
          <a:prstGeom prst="rect">
            <a:avLst/>
          </a:prstGeom>
        </p:spPr>
      </p:pic>
      <p:sp>
        <p:nvSpPr>
          <p:cNvPr id="2074680817" name="矩形 259"/>
          <p:cNvSpPr>
            <a:spLocks noChangeArrowheads="1"/>
          </p:cNvSpPr>
          <p:nvPr/>
        </p:nvSpPr>
        <p:spPr bwMode="auto">
          <a:xfrm>
            <a:off x="3086100" y="3514592"/>
            <a:ext cx="6686550" cy="176971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/>
                <a:ea typeface="微软雅黑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/>
                <a:ea typeface="微软雅黑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/>
                <a:ea typeface="微软雅黑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9pPr>
          </a:lstStyle>
          <a:p>
            <a:pPr algn="ctr">
              <a:buNone/>
              <a:defRPr/>
            </a:pPr>
            <a:r>
              <a:rPr lang="en-US" sz="11500">
                <a:solidFill>
                  <a:schemeClr val="bg1"/>
                </a:solidFill>
                <a:latin typeface="Impact"/>
                <a:cs typeface="Arial"/>
              </a:rPr>
              <a:t>THANK YOU</a:t>
            </a:r>
            <a:endParaRPr lang="en-US" sz="11500">
              <a:solidFill>
                <a:schemeClr val="bg1"/>
              </a:solidFill>
              <a:latin typeface="Impact"/>
              <a:cs typeface="Arial"/>
            </a:endParaRPr>
          </a:p>
        </p:txBody>
      </p:sp>
      <p:sp>
        <p:nvSpPr>
          <p:cNvPr id="1233826316" name="矩形 259"/>
          <p:cNvSpPr>
            <a:spLocks noChangeArrowheads="1"/>
          </p:cNvSpPr>
          <p:nvPr/>
        </p:nvSpPr>
        <p:spPr bwMode="auto">
          <a:xfrm>
            <a:off x="4062976" y="5259363"/>
            <a:ext cx="4732798" cy="43088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/>
                <a:ea typeface="微软雅黑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/>
                <a:ea typeface="微软雅黑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/>
                <a:ea typeface="微软雅黑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9pPr>
          </a:lstStyle>
          <a:p>
            <a:pPr algn="ctr">
              <a:buNone/>
              <a:defRPr/>
            </a:pPr>
            <a:r>
              <a:rPr lang="zh-CN" sz="2800">
                <a:solidFill>
                  <a:schemeClr val="bg1"/>
                </a:solidFill>
                <a:cs typeface="Arial"/>
              </a:rPr>
              <a:t>感谢聆听，批评指导</a:t>
            </a:r>
            <a:endParaRPr lang="zh-CN" sz="2800">
              <a:solidFill>
                <a:schemeClr val="bg1"/>
              </a:solidFill>
              <a:cs typeface="Arial"/>
            </a:endParaRPr>
          </a:p>
        </p:txBody>
      </p:sp>
      <p:sp>
        <p:nvSpPr>
          <p:cNvPr id="1091930115" name="矩形 259"/>
          <p:cNvSpPr>
            <a:spLocks noChangeArrowheads="1"/>
          </p:cNvSpPr>
          <p:nvPr/>
        </p:nvSpPr>
        <p:spPr bwMode="auto">
          <a:xfrm>
            <a:off x="4861381" y="1739143"/>
            <a:ext cx="3135990" cy="176971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lstStyle>
            <a:lvl1pPr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/>
                <a:ea typeface="微软雅黑"/>
              </a:defRPr>
            </a:lvl1pPr>
            <a:lvl2pPr marL="742950" indent="-28575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/>
                <a:ea typeface="微软雅黑"/>
              </a:defRPr>
            </a:lvl2pPr>
            <a:lvl3pPr marL="1143000" indent="-2286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/>
                <a:ea typeface="微软雅黑"/>
              </a:defRPr>
            </a:lvl3pPr>
            <a:lvl4pPr marL="1600200" indent="-2286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4pPr>
            <a:lvl5pPr marL="2057400" indent="-2286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</a:defRPr>
            </a:lvl9pPr>
          </a:lstStyle>
          <a:p>
            <a:pPr algn="ctr">
              <a:buNone/>
              <a:defRPr/>
            </a:pPr>
            <a:r>
              <a:rPr lang="en-US" sz="11500">
                <a:solidFill>
                  <a:schemeClr val="bg1"/>
                </a:solidFill>
                <a:latin typeface="Impact"/>
                <a:cs typeface="Arial"/>
              </a:rPr>
              <a:t>2030</a:t>
            </a:r>
            <a:endParaRPr lang="en-US" sz="8800">
              <a:solidFill>
                <a:schemeClr val="bg1"/>
              </a:solidFill>
              <a:latin typeface="Impact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372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93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91930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91930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91930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91930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 tmFilter="0,0; .5, 1; 1, 1"/>
                                        <p:tgtEl>
                                          <p:spTgt spid="109193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49"/>
                            </p:stCondLst>
                            <p:childTnLst>
                              <p:par>
                                <p:cTn id="1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10919301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10919301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4680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746808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746808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746808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746808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 tmFilter="0,0; .5, 1; 1, 1"/>
                                        <p:tgtEl>
                                          <p:spTgt spid="2074680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899"/>
                            </p:stCondLst>
                            <p:childTnLst>
                              <p:par>
                                <p:cTn id="3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20746808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20746808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399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826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33826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33826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33826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4680817" grpId="0"/>
      <p:bldP spid="2074680817" grpId="1"/>
      <p:bldP spid="1233826316" grpId="0"/>
      <p:bldP spid="1091930115" grpId="0"/>
      <p:bldP spid="1091930115" grpId="1"/>
    </p:bld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自定义设计方案">
  <a:themeElements>
    <a:clrScheme name="自定义 13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9589"/>
      </a:accent1>
      <a:accent2>
        <a:srgbClr val="ADE4C3"/>
      </a:accent2>
      <a:accent3>
        <a:srgbClr val="329589"/>
      </a:accent3>
      <a:accent4>
        <a:srgbClr val="ADE4C3"/>
      </a:accent4>
      <a:accent5>
        <a:srgbClr val="329589"/>
      </a:accent5>
      <a:accent6>
        <a:srgbClr val="ADE4C3"/>
      </a:accent6>
      <a:hlink>
        <a:srgbClr val="329589"/>
      </a:hlink>
      <a:folHlink>
        <a:srgbClr val="ADE4C3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1_自定义设计方案">
  <a:themeElements>
    <a:clrScheme name="自定义 13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9589"/>
      </a:accent1>
      <a:accent2>
        <a:srgbClr val="ADE4C3"/>
      </a:accent2>
      <a:accent3>
        <a:srgbClr val="329589"/>
      </a:accent3>
      <a:accent4>
        <a:srgbClr val="ADE4C3"/>
      </a:accent4>
      <a:accent5>
        <a:srgbClr val="329589"/>
      </a:accent5>
      <a:accent6>
        <a:srgbClr val="ADE4C3"/>
      </a:accent6>
      <a:hlink>
        <a:srgbClr val="329589"/>
      </a:hlink>
      <a:folHlink>
        <a:srgbClr val="ADE4C3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22</Slides>
  <Notes>22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Theme 1</vt:lpstr>
      <vt:lpstr>Theme 2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http://www.ypppt.com/</cp:keywords>
  <cp:lastModifiedBy>张明</cp:lastModifiedBy>
  <cp:revision>2</cp:revision>
  <dcterms:created xsi:type="dcterms:W3CDTF">2016-11-29T11:45:00Z</dcterms:created>
  <dcterms:modified xsi:type="dcterms:W3CDTF">2026-03-09T02:51:18Z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AutoSave">
    <vt:bool>true</vt:bool>
  </property>
</Properties>
</file>